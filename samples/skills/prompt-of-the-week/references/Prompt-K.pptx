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83563" r:id="rId2"/>
  </p:sldIdLst>
  <p:sldSz cx="12230100" cy="12230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BC4"/>
    <a:srgbClr val="091F2C"/>
    <a:srgbClr val="399A91"/>
    <a:srgbClr val="0078D4"/>
    <a:srgbClr val="FF5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/>
    <p:restoredTop sz="94865"/>
  </p:normalViewPr>
  <p:slideViewPr>
    <p:cSldViewPr snapToGrid="0">
      <p:cViewPr varScale="1">
        <p:scale>
          <a:sx n="72" d="100"/>
          <a:sy n="72" d="100"/>
        </p:scale>
        <p:origin x="20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B1163-4A0B-4096-9DDE-91EE32BCA290}" type="datetimeFigureOut">
              <a:rPr lang="en-AU" smtClean="0"/>
              <a:t>7/5/2026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F9B83-AB50-4683-A21F-9808BC84A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31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1pPr>
    <a:lvl2pPr marL="587502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2pPr>
    <a:lvl3pPr marL="1175004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3pPr>
    <a:lvl4pPr marL="1762506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4pPr>
    <a:lvl5pPr marL="2350008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5pPr>
    <a:lvl6pPr marL="2937510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6pPr>
    <a:lvl7pPr marL="3525012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7pPr>
    <a:lvl8pPr marL="4112514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8pPr>
    <a:lvl9pPr marL="4700016" algn="l" defTabSz="1175004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661F-5857-754B-2B19-948DFC5F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94B95-2A90-1BF4-7C49-A1E35BA91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933575" y="1160463"/>
            <a:ext cx="31369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2A44D-0B7F-1643-F290-F4317082D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</a:t>
            </a:r>
            <a:r>
              <a:rPr lang="en-US" err="1"/>
              <a:t>github.com</a:t>
            </a:r>
            <a:r>
              <a:rPr lang="en-US"/>
              <a:t>/</a:t>
            </a:r>
            <a:r>
              <a:rPr lang="en-US" err="1"/>
              <a:t>pnp</a:t>
            </a:r>
            <a:r>
              <a:rPr lang="en-US"/>
              <a:t>/copilot-prompts/tree/main/samples/agent-instructions/creator-agent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A7407-F114-1D74-7C0E-D094318E6D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10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310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19065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9430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800" userDrawn="1">
          <p15:clr>
            <a:srgbClr val="A4A3A4"/>
          </p15:clr>
        </p15:guide>
        <p15:guide id="7" pos="3458" userDrawn="1">
          <p15:clr>
            <a:srgbClr val="A4A3A4"/>
          </p15:clr>
        </p15:guide>
        <p15:guide id="8" pos="4934" userDrawn="1">
          <p15:clr>
            <a:srgbClr val="A4A3A4"/>
          </p15:clr>
        </p15:guide>
        <p15:guide id="9" pos="5594" userDrawn="1">
          <p15:clr>
            <a:srgbClr val="A4A3A4"/>
          </p15:clr>
        </p15:guide>
        <p15:guide id="10" pos="7069" userDrawn="1">
          <p15:clr>
            <a:srgbClr val="A4A3A4"/>
          </p15:clr>
        </p15:guide>
        <p15:guide id="11" pos="7729" userDrawn="1">
          <p15:clr>
            <a:srgbClr val="A4A3A4"/>
          </p15:clr>
        </p15:guide>
        <p15:guide id="12" pos="9205" userDrawn="1">
          <p15:clr>
            <a:srgbClr val="A4A3A4"/>
          </p15:clr>
        </p15:guide>
        <p15:guide id="13" pos="9863" userDrawn="1">
          <p15:clr>
            <a:srgbClr val="A4A3A4"/>
          </p15:clr>
        </p15:guide>
        <p15:guide id="14" pos="11363" userDrawn="1">
          <p15:clr>
            <a:srgbClr val="A4A3A4"/>
          </p15:clr>
        </p15:guide>
        <p15:guide id="15" pos="12034" userDrawn="1">
          <p15:clr>
            <a:srgbClr val="A4A3A4"/>
          </p15:clr>
        </p15:guide>
        <p15:guide id="16" pos="13491" userDrawn="1">
          <p15:clr>
            <a:srgbClr val="A4A3A4"/>
          </p15:clr>
        </p15:guide>
        <p15:guide id="17" pos="14131" userDrawn="1">
          <p15:clr>
            <a:srgbClr val="A4A3A4"/>
          </p15:clr>
        </p15:guide>
        <p15:guide id="18" pos="15607" userDrawn="1">
          <p15:clr>
            <a:srgbClr val="A4A3A4"/>
          </p15:clr>
        </p15:guide>
        <p15:guide id="19" pos="16285" userDrawn="1">
          <p15:clr>
            <a:srgbClr val="A4A3A4"/>
          </p15:clr>
        </p15:guide>
        <p15:guide id="20" pos="17744" userDrawn="1">
          <p15:clr>
            <a:srgbClr val="A4A3A4"/>
          </p15:clr>
        </p15:guide>
        <p15:guide id="21" pos="18404" userDrawn="1">
          <p15:clr>
            <a:srgbClr val="A4A3A4"/>
          </p15:clr>
        </p15:guide>
        <p15:guide id="22" pos="19874" userDrawn="1">
          <p15:clr>
            <a:srgbClr val="A4A3A4"/>
          </p15:clr>
        </p15:guide>
        <p15:guide id="23" pos="20538" userDrawn="1">
          <p15:clr>
            <a:srgbClr val="A4A3A4"/>
          </p15:clr>
        </p15:guide>
        <p15:guide id="24" pos="22009" userDrawn="1">
          <p15:clr>
            <a:srgbClr val="A4A3A4"/>
          </p15:clr>
        </p15:guide>
        <p15:guide id="25" pos="22673" userDrawn="1">
          <p15:clr>
            <a:srgbClr val="A4A3A4"/>
          </p15:clr>
        </p15:guide>
        <p15:guide id="26" pos="24143" userDrawn="1">
          <p15:clr>
            <a:srgbClr val="A4A3A4"/>
          </p15:clr>
        </p15:guide>
        <p15:guide id="27" pos="24803" userDrawn="1">
          <p15:clr>
            <a:srgbClr val="A4A3A4"/>
          </p15:clr>
        </p15:guide>
        <p15:guide id="28" orient="horz" pos="2651" userDrawn="1">
          <p15:clr>
            <a:srgbClr val="5ACBF0"/>
          </p15:clr>
        </p15:guide>
        <p15:guide id="29" orient="horz" pos="3722" userDrawn="1">
          <p15:clr>
            <a:srgbClr val="5ACBF0"/>
          </p15:clr>
        </p15:guide>
        <p15:guide id="30" orient="horz" pos="843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B0F44-1527-F6F0-E88B-EC83140B1E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04"/>
            <a:ext cx="12230100" cy="12229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454" y="5845568"/>
            <a:ext cx="6237351" cy="45284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762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69" b="0" kern="1200" cap="none" spc="-41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627454" y="7092890"/>
            <a:ext cx="6237351" cy="201308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08" spc="0" baseline="0">
                <a:solidFill>
                  <a:srgbClr val="091F2C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100389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326" userDrawn="1">
          <p15:clr>
            <a:srgbClr val="FBAE40"/>
          </p15:clr>
        </p15:guide>
        <p15:guide id="2" pos="22053" userDrawn="1">
          <p15:clr>
            <a:srgbClr val="5ACBF0"/>
          </p15:clr>
        </p15:guide>
        <p15:guide id="3" orient="horz" pos="5595" userDrawn="1">
          <p15:clr>
            <a:srgbClr val="5ACBF0"/>
          </p15:clr>
        </p15:guide>
        <p15:guide id="4" orient="horz" pos="7336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raphic 169">
            <a:extLst>
              <a:ext uri="{FF2B5EF4-FFF2-40B4-BE49-F238E27FC236}">
                <a16:creationId xmlns:a16="http://schemas.microsoft.com/office/drawing/2014/main" id="{87669CC0-3832-FA2C-CEFD-1CCDCD58E61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736270" y="5555143"/>
            <a:ext cx="12230100" cy="111981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4137" y="815344"/>
            <a:ext cx="9001828" cy="45284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610061" y="2559981"/>
            <a:ext cx="9001828" cy="1318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230100" cy="122301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1" y="0"/>
            <a:ext cx="587045" cy="1043635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9479" tIns="119584" rIns="149479" bIns="1195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7620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96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1" y="0"/>
            <a:ext cx="293523" cy="52181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9479" tIns="119584" rIns="149479" bIns="1195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7620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96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Speaker stage presence" hidden="1">
            <a:extLst>
              <a:ext uri="{FF2B5EF4-FFF2-40B4-BE49-F238E27FC236}">
                <a16:creationId xmlns:a16="http://schemas.microsoft.com/office/drawing/2014/main" id="{43E41BE2-06D9-7A84-6481-48E62E2C7EC3}"/>
              </a:ext>
            </a:extLst>
          </p:cNvPr>
          <p:cNvSpPr/>
          <p:nvPr userDrawn="1"/>
        </p:nvSpPr>
        <p:spPr bwMode="auto">
          <a:xfrm>
            <a:off x="1147735" y="7836590"/>
            <a:ext cx="10046752" cy="4421960"/>
          </a:xfrm>
          <a:prstGeom prst="rect">
            <a:avLst/>
          </a:prstGeom>
          <a:pattFill prst="lt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9314" tIns="40767" rIns="50958" bIns="407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l" defTabSz="855852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en-US" sz="1505" kern="1200">
                <a:solidFill>
                  <a:schemeClr val="bg2">
                    <a:lumMod val="40000"/>
                    <a:lumOff val="60000"/>
                  </a:schemeClr>
                </a:solidFill>
                <a:latin typeface="Segoe Sans Display Semibold" pitchFamily="2" charset="0"/>
                <a:ea typeface="+mn-ea"/>
                <a:cs typeface="Segoe Sans Display Semibold" pitchFamily="2" charset="0"/>
              </a:rPr>
              <a:t>Speaker stage presence</a:t>
            </a:r>
          </a:p>
        </p:txBody>
      </p:sp>
      <p:grpSp>
        <p:nvGrpSpPr>
          <p:cNvPr id="169" name="Scale: 6 Foot" hidden="1">
            <a:extLst>
              <a:ext uri="{FF2B5EF4-FFF2-40B4-BE49-F238E27FC236}">
                <a16:creationId xmlns:a16="http://schemas.microsoft.com/office/drawing/2014/main" id="{9B015CDA-565F-74BB-E8A2-A8BBFEE66511}"/>
              </a:ext>
            </a:extLst>
          </p:cNvPr>
          <p:cNvGrpSpPr/>
          <p:nvPr userDrawn="1"/>
        </p:nvGrpSpPr>
        <p:grpSpPr>
          <a:xfrm>
            <a:off x="6262716" y="7492386"/>
            <a:ext cx="1192506" cy="5634560"/>
            <a:chOff x="22475536" y="12323919"/>
            <a:chExt cx="4279649" cy="9268061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36FDD67-879D-C40C-6CD9-7E2B22569D26}"/>
                </a:ext>
              </a:extLst>
            </p:cNvPr>
            <p:cNvSpPr/>
            <p:nvPr userDrawn="1"/>
          </p:nvSpPr>
          <p:spPr>
            <a:xfrm>
              <a:off x="22475536" y="12937068"/>
              <a:ext cx="2782738" cy="8654912"/>
            </a:xfrm>
            <a:custGeom>
              <a:avLst/>
              <a:gdLst>
                <a:gd name="connsiteX0" fmla="*/ 2899 w 4038617"/>
                <a:gd name="connsiteY0" fmla="*/ 4525801 h 12560967"/>
                <a:gd name="connsiteX1" fmla="*/ 77661 w 4038617"/>
                <a:gd name="connsiteY1" fmla="*/ 5078212 h 12560967"/>
                <a:gd name="connsiteX2" fmla="*/ 155539 w 4038617"/>
                <a:gd name="connsiteY2" fmla="*/ 5525749 h 12560967"/>
                <a:gd name="connsiteX3" fmla="*/ 255222 w 4038617"/>
                <a:gd name="connsiteY3" fmla="*/ 5869449 h 12560967"/>
                <a:gd name="connsiteX4" fmla="*/ 343483 w 4038617"/>
                <a:gd name="connsiteY4" fmla="*/ 6174729 h 12560967"/>
                <a:gd name="connsiteX5" fmla="*/ 377749 w 4038617"/>
                <a:gd name="connsiteY5" fmla="*/ 6270259 h 12560967"/>
                <a:gd name="connsiteX6" fmla="*/ 439013 w 4038617"/>
                <a:gd name="connsiteY6" fmla="*/ 6415630 h 12560967"/>
                <a:gd name="connsiteX7" fmla="*/ 450435 w 4038617"/>
                <a:gd name="connsiteY7" fmla="*/ 6247415 h 12560967"/>
                <a:gd name="connsiteX8" fmla="*/ 711066 w 4038617"/>
                <a:gd name="connsiteY8" fmla="*/ 6454050 h 12560967"/>
                <a:gd name="connsiteX9" fmla="*/ 650840 w 4038617"/>
                <a:gd name="connsiteY9" fmla="*/ 6909893 h 12560967"/>
                <a:gd name="connsiteX10" fmla="*/ 656032 w 4038617"/>
                <a:gd name="connsiteY10" fmla="*/ 7080186 h 12560967"/>
                <a:gd name="connsiteX11" fmla="*/ 694452 w 4038617"/>
                <a:gd name="connsiteY11" fmla="*/ 7271245 h 12560967"/>
                <a:gd name="connsiteX12" fmla="*/ 687183 w 4038617"/>
                <a:gd name="connsiteY12" fmla="*/ 7626367 h 12560967"/>
                <a:gd name="connsiteX13" fmla="*/ 728718 w 4038617"/>
                <a:gd name="connsiteY13" fmla="*/ 7965913 h 12560967"/>
                <a:gd name="connsiteX14" fmla="*/ 751562 w 4038617"/>
                <a:gd name="connsiteY14" fmla="*/ 8248350 h 12560967"/>
                <a:gd name="connsiteX15" fmla="*/ 781675 w 4038617"/>
                <a:gd name="connsiteY15" fmla="*/ 8473675 h 12560967"/>
                <a:gd name="connsiteX16" fmla="*/ 778559 w 4038617"/>
                <a:gd name="connsiteY16" fmla="*/ 8766495 h 12560967"/>
                <a:gd name="connsiteX17" fmla="*/ 752600 w 4038617"/>
                <a:gd name="connsiteY17" fmla="*/ 9034394 h 12560967"/>
                <a:gd name="connsiteX18" fmla="*/ 697567 w 4038617"/>
                <a:gd name="connsiteY18" fmla="*/ 9369787 h 12560967"/>
                <a:gd name="connsiteX19" fmla="*/ 659147 w 4038617"/>
                <a:gd name="connsiteY19" fmla="*/ 9684412 h 12560967"/>
                <a:gd name="connsiteX20" fmla="*/ 605152 w 4038617"/>
                <a:gd name="connsiteY20" fmla="*/ 9940889 h 12560967"/>
                <a:gd name="connsiteX21" fmla="*/ 586461 w 4038617"/>
                <a:gd name="connsiteY21" fmla="*/ 10220210 h 12560967"/>
                <a:gd name="connsiteX22" fmla="*/ 529351 w 4038617"/>
                <a:gd name="connsiteY22" fmla="*/ 10465265 h 12560967"/>
                <a:gd name="connsiteX23" fmla="*/ 453550 w 4038617"/>
                <a:gd name="connsiteY23" fmla="*/ 10984449 h 12560967"/>
                <a:gd name="connsiteX24" fmla="*/ 419284 w 4038617"/>
                <a:gd name="connsiteY24" fmla="*/ 11201468 h 12560967"/>
                <a:gd name="connsiteX25" fmla="*/ 369442 w 4038617"/>
                <a:gd name="connsiteY25" fmla="*/ 11449638 h 12560967"/>
                <a:gd name="connsiteX26" fmla="*/ 437975 w 4038617"/>
                <a:gd name="connsiteY26" fmla="*/ 11629275 h 12560967"/>
                <a:gd name="connsiteX27" fmla="*/ 449397 w 4038617"/>
                <a:gd name="connsiteY27" fmla="*/ 11823450 h 12560967"/>
                <a:gd name="connsiteX28" fmla="*/ 376711 w 4038617"/>
                <a:gd name="connsiteY28" fmla="*/ 11976090 h 12560967"/>
                <a:gd name="connsiteX29" fmla="*/ 320639 w 4038617"/>
                <a:gd name="connsiteY29" fmla="*/ 12080965 h 12560967"/>
                <a:gd name="connsiteX30" fmla="*/ 199150 w 4038617"/>
                <a:gd name="connsiteY30" fmla="*/ 12239836 h 12560967"/>
                <a:gd name="connsiteX31" fmla="*/ 184613 w 4038617"/>
                <a:gd name="connsiteY31" fmla="*/ 12414282 h 12560967"/>
                <a:gd name="connsiteX32" fmla="*/ 299872 w 4038617"/>
                <a:gd name="connsiteY32" fmla="*/ 12540962 h 12560967"/>
                <a:gd name="connsiteX33" fmla="*/ 553234 w 4038617"/>
                <a:gd name="connsiteY33" fmla="*/ 12559653 h 12560967"/>
                <a:gd name="connsiteX34" fmla="*/ 888626 w 4038617"/>
                <a:gd name="connsiteY34" fmla="*/ 12510850 h 12560967"/>
                <a:gd name="connsiteX35" fmla="*/ 1094223 w 4038617"/>
                <a:gd name="connsiteY35" fmla="*/ 12421550 h 12560967"/>
                <a:gd name="connsiteX36" fmla="*/ 1131605 w 4038617"/>
                <a:gd name="connsiteY36" fmla="*/ 12280332 h 12560967"/>
                <a:gd name="connsiteX37" fmla="*/ 1102530 w 4038617"/>
                <a:gd name="connsiteY37" fmla="*/ 12006203 h 12560967"/>
                <a:gd name="connsiteX38" fmla="*/ 1262439 w 4038617"/>
                <a:gd name="connsiteY38" fmla="*/ 11836949 h 12560967"/>
                <a:gd name="connsiteX39" fmla="*/ 1240633 w 4038617"/>
                <a:gd name="connsiteY39" fmla="*/ 11723767 h 12560967"/>
                <a:gd name="connsiteX40" fmla="*/ 1186638 w 4038617"/>
                <a:gd name="connsiteY40" fmla="*/ 11601239 h 12560967"/>
                <a:gd name="connsiteX41" fmla="*/ 1310204 w 4038617"/>
                <a:gd name="connsiteY41" fmla="*/ 11441331 h 12560967"/>
                <a:gd name="connsiteX42" fmla="*/ 1256209 w 4038617"/>
                <a:gd name="connsiteY42" fmla="*/ 11189007 h 12560967"/>
                <a:gd name="connsiteX43" fmla="*/ 1281130 w 4038617"/>
                <a:gd name="connsiteY43" fmla="*/ 10930454 h 12560967"/>
                <a:gd name="connsiteX44" fmla="*/ 1340317 w 4038617"/>
                <a:gd name="connsiteY44" fmla="*/ 10532759 h 12560967"/>
                <a:gd name="connsiteX45" fmla="*/ 1386005 w 4038617"/>
                <a:gd name="connsiteY45" fmla="*/ 10234747 h 12560967"/>
                <a:gd name="connsiteX46" fmla="*/ 1397427 w 4038617"/>
                <a:gd name="connsiteY46" fmla="*/ 9975155 h 12560967"/>
                <a:gd name="connsiteX47" fmla="*/ 1413002 w 4038617"/>
                <a:gd name="connsiteY47" fmla="*/ 9806940 h 12560967"/>
                <a:gd name="connsiteX48" fmla="*/ 1451422 w 4038617"/>
                <a:gd name="connsiteY48" fmla="*/ 9631455 h 12560967"/>
                <a:gd name="connsiteX49" fmla="*/ 1432731 w 4038617"/>
                <a:gd name="connsiteY49" fmla="*/ 9447665 h 12560967"/>
                <a:gd name="connsiteX50" fmla="*/ 1471151 w 4038617"/>
                <a:gd name="connsiteY50" fmla="*/ 9249336 h 12560967"/>
                <a:gd name="connsiteX51" fmla="*/ 1524108 w 4038617"/>
                <a:gd name="connsiteY51" fmla="*/ 9036470 h 12560967"/>
                <a:gd name="connsiteX52" fmla="*/ 1578103 w 4038617"/>
                <a:gd name="connsiteY52" fmla="*/ 8761303 h 12560967"/>
                <a:gd name="connsiteX53" fmla="*/ 1668441 w 4038617"/>
                <a:gd name="connsiteY53" fmla="*/ 8456023 h 12560967"/>
                <a:gd name="connsiteX54" fmla="*/ 1692323 w 4038617"/>
                <a:gd name="connsiteY54" fmla="*/ 8196431 h 12560967"/>
                <a:gd name="connsiteX55" fmla="*/ 1776431 w 4038617"/>
                <a:gd name="connsiteY55" fmla="*/ 7951376 h 12560967"/>
                <a:gd name="connsiteX56" fmla="*/ 1806544 w 4038617"/>
                <a:gd name="connsiteY56" fmla="*/ 7691784 h 12560967"/>
                <a:gd name="connsiteX57" fmla="*/ 1943608 w 4038617"/>
                <a:gd name="connsiteY57" fmla="*/ 7401041 h 12560967"/>
                <a:gd name="connsiteX58" fmla="*/ 2004872 w 4038617"/>
                <a:gd name="connsiteY58" fmla="*/ 7125874 h 12560967"/>
                <a:gd name="connsiteX59" fmla="*/ 2111824 w 4038617"/>
                <a:gd name="connsiteY59" fmla="*/ 7625329 h 12560967"/>
                <a:gd name="connsiteX60" fmla="*/ 2259272 w 4038617"/>
                <a:gd name="connsiteY60" fmla="*/ 8053137 h 12560967"/>
                <a:gd name="connsiteX61" fmla="*/ 2370377 w 4038617"/>
                <a:gd name="connsiteY61" fmla="*/ 8430064 h 12560967"/>
                <a:gd name="connsiteX62" fmla="*/ 2518864 w 4038617"/>
                <a:gd name="connsiteY62" fmla="*/ 9020895 h 12560967"/>
                <a:gd name="connsiteX63" fmla="*/ 2580128 w 4038617"/>
                <a:gd name="connsiteY63" fmla="*/ 9341751 h 12560967"/>
                <a:gd name="connsiteX64" fmla="*/ 2661121 w 4038617"/>
                <a:gd name="connsiteY64" fmla="*/ 9622110 h 12560967"/>
                <a:gd name="connsiteX65" fmla="*/ 2714077 w 4038617"/>
                <a:gd name="connsiteY65" fmla="*/ 10051995 h 12560967"/>
                <a:gd name="connsiteX66" fmla="*/ 2752497 w 4038617"/>
                <a:gd name="connsiteY66" fmla="*/ 10507838 h 12560967"/>
                <a:gd name="connsiteX67" fmla="*/ 2807530 w 4038617"/>
                <a:gd name="connsiteY67" fmla="*/ 10754969 h 12560967"/>
                <a:gd name="connsiteX68" fmla="*/ 2828298 w 4038617"/>
                <a:gd name="connsiteY68" fmla="*/ 10960567 h 12560967"/>
                <a:gd name="connsiteX69" fmla="*/ 2828298 w 4038617"/>
                <a:gd name="connsiteY69" fmla="*/ 11167202 h 12560967"/>
                <a:gd name="connsiteX70" fmla="*/ 2889561 w 4038617"/>
                <a:gd name="connsiteY70" fmla="*/ 11388374 h 12560967"/>
                <a:gd name="connsiteX71" fmla="*/ 2828298 w 4038617"/>
                <a:gd name="connsiteY71" fmla="*/ 11690539 h 12560967"/>
                <a:gd name="connsiteX72" fmla="*/ 2909291 w 4038617"/>
                <a:gd name="connsiteY72" fmla="*/ 11802683 h 12560967"/>
                <a:gd name="connsiteX73" fmla="*/ 2986130 w 4038617"/>
                <a:gd name="connsiteY73" fmla="*/ 11835911 h 12560967"/>
                <a:gd name="connsiteX74" fmla="*/ 3044278 w 4038617"/>
                <a:gd name="connsiteY74" fmla="*/ 11998935 h 12560967"/>
                <a:gd name="connsiteX75" fmla="*/ 3013127 w 4038617"/>
                <a:gd name="connsiteY75" fmla="*/ 12373785 h 12560967"/>
                <a:gd name="connsiteX76" fmla="*/ 3236376 w 4038617"/>
                <a:gd name="connsiteY76" fmla="*/ 12399745 h 12560967"/>
                <a:gd name="connsiteX77" fmla="*/ 3463779 w 4038617"/>
                <a:gd name="connsiteY77" fmla="*/ 12533693 h 12560967"/>
                <a:gd name="connsiteX78" fmla="*/ 3843822 w 4038617"/>
                <a:gd name="connsiteY78" fmla="*/ 12533693 h 12560967"/>
                <a:gd name="connsiteX79" fmla="*/ 4019306 w 4038617"/>
                <a:gd name="connsiteY79" fmla="*/ 12444394 h 12560967"/>
                <a:gd name="connsiteX80" fmla="*/ 4023459 w 4038617"/>
                <a:gd name="connsiteY80" fmla="*/ 12224260 h 12560967"/>
                <a:gd name="connsiteX81" fmla="*/ 3843822 w 4038617"/>
                <a:gd name="connsiteY81" fmla="*/ 12051891 h 12560967"/>
                <a:gd name="connsiteX82" fmla="*/ 3782558 w 4038617"/>
                <a:gd name="connsiteY82" fmla="*/ 11926248 h 12560967"/>
                <a:gd name="connsiteX83" fmla="*/ 3725448 w 4038617"/>
                <a:gd name="connsiteY83" fmla="*/ 11849409 h 12560967"/>
                <a:gd name="connsiteX84" fmla="*/ 3628879 w 4038617"/>
                <a:gd name="connsiteY84" fmla="*/ 11762186 h 12560967"/>
                <a:gd name="connsiteX85" fmla="*/ 3664184 w 4038617"/>
                <a:gd name="connsiteY85" fmla="*/ 11742458 h 12560967"/>
                <a:gd name="connsiteX86" fmla="*/ 3584230 w 4038617"/>
                <a:gd name="connsiteY86" fmla="*/ 11581510 h 12560967"/>
                <a:gd name="connsiteX87" fmla="*/ 3661069 w 4038617"/>
                <a:gd name="connsiteY87" fmla="*/ 11440292 h 12560967"/>
                <a:gd name="connsiteX88" fmla="*/ 3638225 w 4038617"/>
                <a:gd name="connsiteY88" fmla="*/ 11160972 h 12560967"/>
                <a:gd name="connsiteX89" fmla="*/ 3596690 w 4038617"/>
                <a:gd name="connsiteY89" fmla="*/ 10939799 h 12560967"/>
                <a:gd name="connsiteX90" fmla="*/ 3542695 w 4038617"/>
                <a:gd name="connsiteY90" fmla="*/ 10710320 h 12560967"/>
                <a:gd name="connsiteX91" fmla="*/ 3516736 w 4038617"/>
                <a:gd name="connsiteY91" fmla="*/ 10325085 h 12560967"/>
                <a:gd name="connsiteX92" fmla="*/ 3516736 w 4038617"/>
                <a:gd name="connsiteY92" fmla="*/ 9904546 h 12560967"/>
                <a:gd name="connsiteX93" fmla="*/ 3447165 w 4038617"/>
                <a:gd name="connsiteY93" fmla="*/ 9553578 h 12560967"/>
                <a:gd name="connsiteX94" fmla="*/ 3378633 w 4038617"/>
                <a:gd name="connsiteY94" fmla="*/ 9346943 h 12560967"/>
                <a:gd name="connsiteX95" fmla="*/ 3316331 w 4038617"/>
                <a:gd name="connsiteY95" fmla="*/ 9002205 h 12560967"/>
                <a:gd name="connsiteX96" fmla="*/ 3292448 w 4038617"/>
                <a:gd name="connsiteY96" fmla="*/ 8660582 h 12560967"/>
                <a:gd name="connsiteX97" fmla="*/ 3224954 w 4038617"/>
                <a:gd name="connsiteY97" fmla="*/ 8216160 h 12560967"/>
                <a:gd name="connsiteX98" fmla="*/ 3270642 w 4038617"/>
                <a:gd name="connsiteY98" fmla="*/ 8025100 h 12560967"/>
                <a:gd name="connsiteX99" fmla="*/ 3313216 w 4038617"/>
                <a:gd name="connsiteY99" fmla="*/ 7803928 h 12560967"/>
                <a:gd name="connsiteX100" fmla="*/ 3324638 w 4038617"/>
                <a:gd name="connsiteY100" fmla="*/ 7406233 h 12560967"/>
                <a:gd name="connsiteX101" fmla="*/ 3300755 w 4038617"/>
                <a:gd name="connsiteY101" fmla="*/ 7115490 h 12560967"/>
                <a:gd name="connsiteX102" fmla="*/ 3316331 w 4038617"/>
                <a:gd name="connsiteY102" fmla="*/ 6837207 h 12560967"/>
                <a:gd name="connsiteX103" fmla="*/ 3491815 w 4038617"/>
                <a:gd name="connsiteY103" fmla="*/ 6814364 h 12560967"/>
                <a:gd name="connsiteX104" fmla="*/ 3400439 w 4038617"/>
                <a:gd name="connsiteY104" fmla="*/ 6356443 h 12560967"/>
                <a:gd name="connsiteX105" fmla="*/ 3495968 w 4038617"/>
                <a:gd name="connsiteY105" fmla="*/ 6212110 h 12560967"/>
                <a:gd name="connsiteX106" fmla="*/ 3582153 w 4038617"/>
                <a:gd name="connsiteY106" fmla="*/ 6101005 h 12560967"/>
                <a:gd name="connsiteX107" fmla="*/ 3671453 w 4038617"/>
                <a:gd name="connsiteY107" fmla="*/ 5952518 h 12560967"/>
                <a:gd name="connsiteX108" fmla="*/ 3687028 w 4038617"/>
                <a:gd name="connsiteY108" fmla="*/ 5765612 h 12560967"/>
                <a:gd name="connsiteX109" fmla="*/ 3709872 w 4038617"/>
                <a:gd name="connsiteY109" fmla="*/ 5544439 h 12560967"/>
                <a:gd name="connsiteX110" fmla="*/ 3820978 w 4038617"/>
                <a:gd name="connsiteY110" fmla="*/ 5391799 h 12560967"/>
                <a:gd name="connsiteX111" fmla="*/ 3950774 w 4038617"/>
                <a:gd name="connsiteY111" fmla="*/ 5040831 h 12560967"/>
                <a:gd name="connsiteX112" fmla="*/ 3965311 w 4038617"/>
                <a:gd name="connsiteY112" fmla="*/ 4824850 h 12560967"/>
                <a:gd name="connsiteX113" fmla="*/ 3927929 w 4038617"/>
                <a:gd name="connsiteY113" fmla="*/ 4627561 h 12560967"/>
                <a:gd name="connsiteX114" fmla="*/ 3950774 w 4038617"/>
                <a:gd name="connsiteY114" fmla="*/ 4276592 h 12560967"/>
                <a:gd name="connsiteX115" fmla="*/ 3893663 w 4038617"/>
                <a:gd name="connsiteY115" fmla="*/ 3810365 h 12560967"/>
                <a:gd name="connsiteX116" fmla="*/ 3882241 w 4038617"/>
                <a:gd name="connsiteY116" fmla="*/ 3451090 h 12560967"/>
                <a:gd name="connsiteX117" fmla="*/ 3813709 w 4038617"/>
                <a:gd name="connsiteY117" fmla="*/ 2767843 h 12560967"/>
                <a:gd name="connsiteX118" fmla="*/ 3745177 w 4038617"/>
                <a:gd name="connsiteY118" fmla="*/ 2481254 h 12560967"/>
                <a:gd name="connsiteX119" fmla="*/ 3572808 w 4038617"/>
                <a:gd name="connsiteY119" fmla="*/ 2374302 h 12560967"/>
                <a:gd name="connsiteX120" fmla="*/ 3224954 w 4038617"/>
                <a:gd name="connsiteY120" fmla="*/ 2207125 h 12560967"/>
                <a:gd name="connsiteX121" fmla="*/ 2878140 w 4038617"/>
                <a:gd name="connsiteY121" fmla="*/ 2045139 h 12560967"/>
                <a:gd name="connsiteX122" fmla="*/ 2608164 w 4038617"/>
                <a:gd name="connsiteY122" fmla="*/ 1905998 h 12560967"/>
                <a:gd name="connsiteX123" fmla="*/ 2448255 w 4038617"/>
                <a:gd name="connsiteY123" fmla="*/ 1789701 h 12560967"/>
                <a:gd name="connsiteX124" fmla="*/ 2463831 w 4038617"/>
                <a:gd name="connsiteY124" fmla="*/ 1485459 h 12560967"/>
                <a:gd name="connsiteX125" fmla="*/ 2474214 w 4038617"/>
                <a:gd name="connsiteY125" fmla="*/ 1449116 h 12560967"/>
                <a:gd name="connsiteX126" fmla="*/ 2478368 w 4038617"/>
                <a:gd name="connsiteY126" fmla="*/ 1481306 h 12560967"/>
                <a:gd name="connsiteX127" fmla="*/ 2481483 w 4038617"/>
                <a:gd name="connsiteY127" fmla="*/ 1413812 h 12560967"/>
                <a:gd name="connsiteX128" fmla="*/ 2489790 w 4038617"/>
                <a:gd name="connsiteY128" fmla="*/ 1375392 h 12560967"/>
                <a:gd name="connsiteX129" fmla="*/ 2493943 w 4038617"/>
                <a:gd name="connsiteY129" fmla="*/ 1444963 h 12560967"/>
                <a:gd name="connsiteX130" fmla="*/ 2500173 w 4038617"/>
                <a:gd name="connsiteY130" fmla="*/ 1351510 h 12560967"/>
                <a:gd name="connsiteX131" fmla="*/ 2518864 w 4038617"/>
                <a:gd name="connsiteY131" fmla="*/ 1451193 h 12560967"/>
                <a:gd name="connsiteX132" fmla="*/ 2521979 w 4038617"/>
                <a:gd name="connsiteY132" fmla="*/ 1293361 h 12560967"/>
                <a:gd name="connsiteX133" fmla="*/ 2521979 w 4038617"/>
                <a:gd name="connsiteY133" fmla="*/ 1392006 h 12560967"/>
                <a:gd name="connsiteX134" fmla="*/ 2526133 w 4038617"/>
                <a:gd name="connsiteY134" fmla="*/ 1296476 h 12560967"/>
                <a:gd name="connsiteX135" fmla="*/ 2529248 w 4038617"/>
                <a:gd name="connsiteY135" fmla="*/ 1338011 h 12560967"/>
                <a:gd name="connsiteX136" fmla="*/ 2531325 w 4038617"/>
                <a:gd name="connsiteY136" fmla="*/ 1291284 h 12560967"/>
                <a:gd name="connsiteX137" fmla="*/ 2534440 w 4038617"/>
                <a:gd name="connsiteY137" fmla="*/ 1327627 h 12560967"/>
                <a:gd name="connsiteX138" fmla="*/ 2536516 w 4038617"/>
                <a:gd name="connsiteY138" fmla="*/ 1295438 h 12560967"/>
                <a:gd name="connsiteX139" fmla="*/ 2580128 w 4038617"/>
                <a:gd name="connsiteY139" fmla="*/ 1266363 h 12560967"/>
                <a:gd name="connsiteX140" fmla="*/ 2620624 w 4038617"/>
                <a:gd name="connsiteY140" fmla="*/ 1058690 h 12560967"/>
                <a:gd name="connsiteX141" fmla="*/ 2620624 w 4038617"/>
                <a:gd name="connsiteY141" fmla="*/ 1035846 h 12560967"/>
                <a:gd name="connsiteX142" fmla="*/ 2614394 w 4038617"/>
                <a:gd name="connsiteY142" fmla="*/ 1162527 h 12560967"/>
                <a:gd name="connsiteX143" fmla="*/ 2626855 w 4038617"/>
                <a:gd name="connsiteY143" fmla="*/ 1056613 h 12560967"/>
                <a:gd name="connsiteX144" fmla="*/ 2623739 w 4038617"/>
                <a:gd name="connsiteY144" fmla="*/ 1156296 h 12560967"/>
                <a:gd name="connsiteX145" fmla="*/ 2646583 w 4038617"/>
                <a:gd name="connsiteY145" fmla="*/ 976659 h 12560967"/>
                <a:gd name="connsiteX146" fmla="*/ 2646583 w 4038617"/>
                <a:gd name="connsiteY146" fmla="*/ 1070112 h 12560967"/>
                <a:gd name="connsiteX147" fmla="*/ 2652814 w 4038617"/>
                <a:gd name="connsiteY147" fmla="*/ 979774 h 12560967"/>
                <a:gd name="connsiteX148" fmla="*/ 2646583 w 4038617"/>
                <a:gd name="connsiteY148" fmla="*/ 886321 h 12560967"/>
                <a:gd name="connsiteX149" fmla="*/ 2622701 w 4038617"/>
                <a:gd name="connsiteY149" fmla="*/ 762755 h 12560967"/>
                <a:gd name="connsiteX150" fmla="*/ 2648660 w 4038617"/>
                <a:gd name="connsiteY150" fmla="*/ 809481 h 12560967"/>
                <a:gd name="connsiteX151" fmla="*/ 2626855 w 4038617"/>
                <a:gd name="connsiteY151" fmla="*/ 760678 h 12560967"/>
                <a:gd name="connsiteX152" fmla="*/ 2651775 w 4038617"/>
                <a:gd name="connsiteY152" fmla="*/ 798059 h 12560967"/>
                <a:gd name="connsiteX153" fmla="*/ 2574936 w 4038617"/>
                <a:gd name="connsiteY153" fmla="*/ 412825 h 12560967"/>
                <a:gd name="connsiteX154" fmla="*/ 2608164 w 4038617"/>
                <a:gd name="connsiteY154" fmla="*/ 512508 h 12560967"/>
                <a:gd name="connsiteX155" fmla="*/ 2529248 w 4038617"/>
                <a:gd name="connsiteY155" fmla="*/ 305873 h 12560967"/>
                <a:gd name="connsiteX156" fmla="*/ 2338188 w 4038617"/>
                <a:gd name="connsiteY156" fmla="*/ 105468 h 12560967"/>
                <a:gd name="connsiteX157" fmla="*/ 2155435 w 4038617"/>
                <a:gd name="connsiteY157" fmla="*/ 27590 h 12560967"/>
                <a:gd name="connsiteX158" fmla="*/ 2051599 w 4038617"/>
                <a:gd name="connsiteY158" fmla="*/ 24475 h 12560967"/>
                <a:gd name="connsiteX159" fmla="*/ 2189702 w 4038617"/>
                <a:gd name="connsiteY159" fmla="*/ 31744 h 12560967"/>
                <a:gd name="connsiteX160" fmla="*/ 1984105 w 4038617"/>
                <a:gd name="connsiteY160" fmla="*/ 34859 h 12560967"/>
                <a:gd name="connsiteX161" fmla="*/ 1787853 w 4038617"/>
                <a:gd name="connsiteY161" fmla="*/ 5785 h 12560967"/>
                <a:gd name="connsiteX162" fmla="*/ 1928033 w 4038617"/>
                <a:gd name="connsiteY162" fmla="*/ 19283 h 12560967"/>
                <a:gd name="connsiteX163" fmla="*/ 1776431 w 4038617"/>
                <a:gd name="connsiteY163" fmla="*/ 13053 h 12560967"/>
                <a:gd name="connsiteX164" fmla="*/ 1610292 w 4038617"/>
                <a:gd name="connsiteY164" fmla="*/ 66010 h 12560967"/>
                <a:gd name="connsiteX165" fmla="*/ 1468036 w 4038617"/>
                <a:gd name="connsiteY165" fmla="*/ 184384 h 12560967"/>
                <a:gd name="connsiteX166" fmla="*/ 1561489 w 4038617"/>
                <a:gd name="connsiteY166" fmla="*/ 101314 h 12560967"/>
                <a:gd name="connsiteX167" fmla="*/ 1359007 w 4038617"/>
                <a:gd name="connsiteY167" fmla="*/ 347408 h 12560967"/>
                <a:gd name="connsiteX168" fmla="*/ 1299820 w 4038617"/>
                <a:gd name="connsiteY168" fmla="*/ 570657 h 12560967"/>
                <a:gd name="connsiteX169" fmla="*/ 1298782 w 4038617"/>
                <a:gd name="connsiteY169" fmla="*/ 842709 h 12560967"/>
                <a:gd name="connsiteX170" fmla="*/ 1308127 w 4038617"/>
                <a:gd name="connsiteY170" fmla="*/ 1016117 h 12560967"/>
                <a:gd name="connsiteX171" fmla="*/ 1305012 w 4038617"/>
                <a:gd name="connsiteY171" fmla="*/ 916433 h 12560967"/>
                <a:gd name="connsiteX172" fmla="*/ 1312281 w 4038617"/>
                <a:gd name="connsiteY172" fmla="*/ 1033769 h 12560967"/>
                <a:gd name="connsiteX173" fmla="*/ 1343432 w 4038617"/>
                <a:gd name="connsiteY173" fmla="*/ 1186409 h 12560967"/>
                <a:gd name="connsiteX174" fmla="*/ 1330971 w 4038617"/>
                <a:gd name="connsiteY174" fmla="*/ 1032731 h 12560967"/>
                <a:gd name="connsiteX175" fmla="*/ 1341355 w 4038617"/>
                <a:gd name="connsiteY175" fmla="*/ 1124107 h 12560967"/>
                <a:gd name="connsiteX176" fmla="*/ 1337201 w 4038617"/>
                <a:gd name="connsiteY176" fmla="*/ 1050383 h 12560967"/>
                <a:gd name="connsiteX177" fmla="*/ 1350700 w 4038617"/>
                <a:gd name="connsiteY177" fmla="*/ 1126184 h 12560967"/>
                <a:gd name="connsiteX178" fmla="*/ 1341355 w 4038617"/>
                <a:gd name="connsiteY178" fmla="*/ 1032731 h 12560967"/>
                <a:gd name="connsiteX179" fmla="*/ 1348623 w 4038617"/>
                <a:gd name="connsiteY179" fmla="*/ 1082572 h 12560967"/>
                <a:gd name="connsiteX180" fmla="*/ 1343432 w 4038617"/>
                <a:gd name="connsiteY180" fmla="*/ 1020270 h 12560967"/>
                <a:gd name="connsiteX181" fmla="*/ 1349662 w 4038617"/>
                <a:gd name="connsiteY181" fmla="*/ 1056613 h 12560967"/>
                <a:gd name="connsiteX182" fmla="*/ 1353815 w 4038617"/>
                <a:gd name="connsiteY182" fmla="*/ 1079457 h 12560967"/>
                <a:gd name="connsiteX183" fmla="*/ 1356930 w 4038617"/>
                <a:gd name="connsiteY183" fmla="*/ 1156296 h 12560967"/>
                <a:gd name="connsiteX184" fmla="*/ 1357969 w 4038617"/>
                <a:gd name="connsiteY184" fmla="*/ 1108531 h 12560967"/>
                <a:gd name="connsiteX185" fmla="*/ 1376659 w 4038617"/>
                <a:gd name="connsiteY185" fmla="*/ 1232097 h 12560967"/>
                <a:gd name="connsiteX186" fmla="*/ 1364199 w 4038617"/>
                <a:gd name="connsiteY186" fmla="*/ 1139683 h 12560967"/>
                <a:gd name="connsiteX187" fmla="*/ 1374583 w 4038617"/>
                <a:gd name="connsiteY187" fmla="*/ 1201985 h 12560967"/>
                <a:gd name="connsiteX188" fmla="*/ 1395350 w 4038617"/>
                <a:gd name="connsiteY188" fmla="*/ 1265325 h 12560967"/>
                <a:gd name="connsiteX189" fmla="*/ 1390158 w 4038617"/>
                <a:gd name="connsiteY189" fmla="*/ 1204061 h 12560967"/>
                <a:gd name="connsiteX190" fmla="*/ 1400542 w 4038617"/>
                <a:gd name="connsiteY190" fmla="*/ 1270517 h 12560967"/>
                <a:gd name="connsiteX191" fmla="*/ 1395350 w 4038617"/>
                <a:gd name="connsiteY191" fmla="*/ 1216522 h 12560967"/>
                <a:gd name="connsiteX192" fmla="*/ 1410926 w 4038617"/>
                <a:gd name="connsiteY192" fmla="*/ 1292323 h 12560967"/>
                <a:gd name="connsiteX193" fmla="*/ 1402619 w 4038617"/>
                <a:gd name="connsiteY193" fmla="*/ 1199908 h 12560967"/>
                <a:gd name="connsiteX194" fmla="*/ 1406772 w 4038617"/>
                <a:gd name="connsiteY194" fmla="*/ 1231059 h 12560967"/>
                <a:gd name="connsiteX195" fmla="*/ 1463882 w 4038617"/>
                <a:gd name="connsiteY195" fmla="*/ 1358778 h 12560967"/>
                <a:gd name="connsiteX196" fmla="*/ 1504379 w 4038617"/>
                <a:gd name="connsiteY196" fmla="*/ 1368123 h 12560967"/>
                <a:gd name="connsiteX197" fmla="*/ 1514762 w 4038617"/>
                <a:gd name="connsiteY197" fmla="*/ 1425234 h 12560967"/>
                <a:gd name="connsiteX198" fmla="*/ 1509571 w 4038617"/>
                <a:gd name="connsiteY198" fmla="*/ 1367085 h 12560967"/>
                <a:gd name="connsiteX199" fmla="*/ 1515801 w 4038617"/>
                <a:gd name="connsiteY199" fmla="*/ 1365008 h 12560967"/>
                <a:gd name="connsiteX200" fmla="*/ 1526184 w 4038617"/>
                <a:gd name="connsiteY200" fmla="*/ 1475075 h 12560967"/>
                <a:gd name="connsiteX201" fmla="*/ 1532415 w 4038617"/>
                <a:gd name="connsiteY201" fmla="*/ 1396159 h 12560967"/>
                <a:gd name="connsiteX202" fmla="*/ 1535530 w 4038617"/>
                <a:gd name="connsiteY202" fmla="*/ 1485459 h 12560967"/>
                <a:gd name="connsiteX203" fmla="*/ 1535530 w 4038617"/>
                <a:gd name="connsiteY203" fmla="*/ 1389929 h 12560967"/>
                <a:gd name="connsiteX204" fmla="*/ 1542798 w 4038617"/>
                <a:gd name="connsiteY204" fmla="*/ 1413812 h 12560967"/>
                <a:gd name="connsiteX205" fmla="*/ 1553182 w 4038617"/>
                <a:gd name="connsiteY205" fmla="*/ 1475075 h 12560967"/>
                <a:gd name="connsiteX206" fmla="*/ 1550067 w 4038617"/>
                <a:gd name="connsiteY206" fmla="*/ 1435617 h 12560967"/>
                <a:gd name="connsiteX207" fmla="*/ 1589525 w 4038617"/>
                <a:gd name="connsiteY207" fmla="*/ 1588257 h 12560967"/>
                <a:gd name="connsiteX208" fmla="*/ 1580179 w 4038617"/>
                <a:gd name="connsiteY208" fmla="*/ 1791778 h 12560967"/>
                <a:gd name="connsiteX209" fmla="*/ 1453499 w 4038617"/>
                <a:gd name="connsiteY209" fmla="*/ 1924689 h 12560967"/>
                <a:gd name="connsiteX210" fmla="*/ 1077609 w 4038617"/>
                <a:gd name="connsiteY210" fmla="*/ 2088751 h 12560967"/>
                <a:gd name="connsiteX211" fmla="*/ 650840 w 4038617"/>
                <a:gd name="connsiteY211" fmla="*/ 2225815 h 12560967"/>
                <a:gd name="connsiteX212" fmla="*/ 431745 w 4038617"/>
                <a:gd name="connsiteY212" fmla="*/ 2344189 h 12560967"/>
                <a:gd name="connsiteX213" fmla="*/ 372558 w 4038617"/>
                <a:gd name="connsiteY213" fmla="*/ 2569515 h 12560967"/>
                <a:gd name="connsiteX214" fmla="*/ 336215 w 4038617"/>
                <a:gd name="connsiteY214" fmla="*/ 2744999 h 12560967"/>
                <a:gd name="connsiteX215" fmla="*/ 267682 w 4038617"/>
                <a:gd name="connsiteY215" fmla="*/ 3003553 h 12560967"/>
                <a:gd name="connsiteX216" fmla="*/ 251069 w 4038617"/>
                <a:gd name="connsiteY216" fmla="*/ 3171769 h 12560967"/>
                <a:gd name="connsiteX217" fmla="*/ 206419 w 4038617"/>
                <a:gd name="connsiteY217" fmla="*/ 3370097 h 12560967"/>
                <a:gd name="connsiteX218" fmla="*/ 160731 w 4038617"/>
                <a:gd name="connsiteY218" fmla="*/ 3660840 h 12560967"/>
                <a:gd name="connsiteX219" fmla="*/ 62086 w 4038617"/>
                <a:gd name="connsiteY219" fmla="*/ 4081379 h 12560967"/>
                <a:gd name="connsiteX220" fmla="*/ 822 w 4038617"/>
                <a:gd name="connsiteY220" fmla="*/ 4527877 h 12560967"/>
                <a:gd name="connsiteX221" fmla="*/ 3295563 w 4038617"/>
                <a:gd name="connsiteY221" fmla="*/ 4493611 h 12560967"/>
                <a:gd name="connsiteX222" fmla="*/ 3346444 w 4038617"/>
                <a:gd name="connsiteY222" fmla="*/ 4139528 h 12560967"/>
                <a:gd name="connsiteX223" fmla="*/ 3395247 w 4038617"/>
                <a:gd name="connsiteY223" fmla="*/ 4549683 h 12560967"/>
                <a:gd name="connsiteX224" fmla="*/ 3320484 w 4038617"/>
                <a:gd name="connsiteY224" fmla="*/ 4876769 h 12560967"/>
                <a:gd name="connsiteX225" fmla="*/ 3295563 w 4038617"/>
                <a:gd name="connsiteY225" fmla="*/ 4493611 h 12560967"/>
                <a:gd name="connsiteX226" fmla="*/ 658109 w 4038617"/>
                <a:gd name="connsiteY226" fmla="*/ 4969183 h 12560967"/>
                <a:gd name="connsiteX227" fmla="*/ 596845 w 4038617"/>
                <a:gd name="connsiteY227" fmla="*/ 4846656 h 12560967"/>
                <a:gd name="connsiteX228" fmla="*/ 705874 w 4038617"/>
                <a:gd name="connsiteY228" fmla="*/ 4770855 h 12560967"/>
                <a:gd name="connsiteX229" fmla="*/ 800365 w 4038617"/>
                <a:gd name="connsiteY229" fmla="*/ 4599525 h 12560967"/>
                <a:gd name="connsiteX230" fmla="*/ 810749 w 4038617"/>
                <a:gd name="connsiteY230" fmla="*/ 4464537 h 12560967"/>
                <a:gd name="connsiteX231" fmla="*/ 886550 w 4038617"/>
                <a:gd name="connsiteY231" fmla="*/ 4869500 h 12560967"/>
                <a:gd name="connsiteX232" fmla="*/ 828401 w 4038617"/>
                <a:gd name="connsiteY232" fmla="*/ 5078212 h 12560967"/>
                <a:gd name="connsiteX233" fmla="*/ 739101 w 4038617"/>
                <a:gd name="connsiteY233" fmla="*/ 5284847 h 12560967"/>
                <a:gd name="connsiteX234" fmla="*/ 708989 w 4038617"/>
                <a:gd name="connsiteY234" fmla="*/ 5149860 h 12560967"/>
                <a:gd name="connsiteX235" fmla="*/ 663301 w 4038617"/>
                <a:gd name="connsiteY235" fmla="*/ 5068867 h 12560967"/>
                <a:gd name="connsiteX236" fmla="*/ 658109 w 4038617"/>
                <a:gd name="connsiteY236" fmla="*/ 4969183 h 1256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</a:cxnLst>
              <a:rect l="l" t="t" r="r" b="b"/>
              <a:pathLst>
                <a:path w="4038617" h="12560967">
                  <a:moveTo>
                    <a:pt x="2899" y="4525801"/>
                  </a:moveTo>
                  <a:cubicBezTo>
                    <a:pt x="12244" y="4702323"/>
                    <a:pt x="38203" y="4907920"/>
                    <a:pt x="77661" y="5078212"/>
                  </a:cubicBezTo>
                  <a:cubicBezTo>
                    <a:pt x="110889" y="5215277"/>
                    <a:pt x="120234" y="5381416"/>
                    <a:pt x="155539" y="5525749"/>
                  </a:cubicBezTo>
                  <a:cubicBezTo>
                    <a:pt x="178383" y="5622317"/>
                    <a:pt x="185651" y="5717847"/>
                    <a:pt x="255222" y="5869449"/>
                  </a:cubicBezTo>
                  <a:cubicBezTo>
                    <a:pt x="295718" y="5959787"/>
                    <a:pt x="317524" y="6083353"/>
                    <a:pt x="343483" y="6174729"/>
                  </a:cubicBezTo>
                  <a:cubicBezTo>
                    <a:pt x="351790" y="6206918"/>
                    <a:pt x="366327" y="6239108"/>
                    <a:pt x="377749" y="6270259"/>
                  </a:cubicBezTo>
                  <a:cubicBezTo>
                    <a:pt x="388133" y="6298295"/>
                    <a:pt x="423438" y="6388633"/>
                    <a:pt x="439013" y="6415630"/>
                  </a:cubicBezTo>
                  <a:cubicBezTo>
                    <a:pt x="456665" y="6384479"/>
                    <a:pt x="448358" y="6283757"/>
                    <a:pt x="450435" y="6247415"/>
                  </a:cubicBezTo>
                  <a:cubicBezTo>
                    <a:pt x="496123" y="6327369"/>
                    <a:pt x="589576" y="6433282"/>
                    <a:pt x="711066" y="6454050"/>
                  </a:cubicBezTo>
                  <a:cubicBezTo>
                    <a:pt x="672646" y="6586961"/>
                    <a:pt x="650840" y="6719872"/>
                    <a:pt x="650840" y="6909893"/>
                  </a:cubicBezTo>
                  <a:cubicBezTo>
                    <a:pt x="650840" y="6964927"/>
                    <a:pt x="642533" y="7028267"/>
                    <a:pt x="656032" y="7080186"/>
                  </a:cubicBezTo>
                  <a:cubicBezTo>
                    <a:pt x="670569" y="7134180"/>
                    <a:pt x="681991" y="7213097"/>
                    <a:pt x="694452" y="7271245"/>
                  </a:cubicBezTo>
                  <a:cubicBezTo>
                    <a:pt x="718334" y="7393772"/>
                    <a:pt x="671608" y="7530837"/>
                    <a:pt x="687183" y="7626367"/>
                  </a:cubicBezTo>
                  <a:cubicBezTo>
                    <a:pt x="702759" y="7721897"/>
                    <a:pt x="710027" y="7794582"/>
                    <a:pt x="728718" y="7965913"/>
                  </a:cubicBezTo>
                  <a:cubicBezTo>
                    <a:pt x="748447" y="8138283"/>
                    <a:pt x="743255" y="8205776"/>
                    <a:pt x="751562" y="8248350"/>
                  </a:cubicBezTo>
                  <a:cubicBezTo>
                    <a:pt x="766099" y="8325189"/>
                    <a:pt x="772329" y="8413449"/>
                    <a:pt x="781675" y="8473675"/>
                  </a:cubicBezTo>
                  <a:cubicBezTo>
                    <a:pt x="801404" y="8599317"/>
                    <a:pt x="771291" y="8628392"/>
                    <a:pt x="778559" y="8766495"/>
                  </a:cubicBezTo>
                  <a:cubicBezTo>
                    <a:pt x="784790" y="8872409"/>
                    <a:pt x="773368" y="8930557"/>
                    <a:pt x="752600" y="9034394"/>
                  </a:cubicBezTo>
                  <a:cubicBezTo>
                    <a:pt x="730795" y="9136154"/>
                    <a:pt x="717296" y="9268027"/>
                    <a:pt x="697567" y="9369787"/>
                  </a:cubicBezTo>
                  <a:cubicBezTo>
                    <a:pt x="676799" y="9477777"/>
                    <a:pt x="667454" y="9574345"/>
                    <a:pt x="659147" y="9684412"/>
                  </a:cubicBezTo>
                  <a:cubicBezTo>
                    <a:pt x="649802" y="9793441"/>
                    <a:pt x="599960" y="9832899"/>
                    <a:pt x="605152" y="9940889"/>
                  </a:cubicBezTo>
                  <a:cubicBezTo>
                    <a:pt x="608267" y="10004229"/>
                    <a:pt x="599960" y="10135064"/>
                    <a:pt x="586461" y="10220210"/>
                  </a:cubicBezTo>
                  <a:cubicBezTo>
                    <a:pt x="576078" y="10288742"/>
                    <a:pt x="547003" y="10397771"/>
                    <a:pt x="529351" y="10465265"/>
                  </a:cubicBezTo>
                  <a:cubicBezTo>
                    <a:pt x="475356" y="10671900"/>
                    <a:pt x="486778" y="10818310"/>
                    <a:pt x="453550" y="10984449"/>
                  </a:cubicBezTo>
                  <a:cubicBezTo>
                    <a:pt x="441090" y="11047789"/>
                    <a:pt x="435898" y="11140204"/>
                    <a:pt x="419284" y="11201468"/>
                  </a:cubicBezTo>
                  <a:cubicBezTo>
                    <a:pt x="401632" y="11265846"/>
                    <a:pt x="359059" y="11368645"/>
                    <a:pt x="369442" y="11449638"/>
                  </a:cubicBezTo>
                  <a:cubicBezTo>
                    <a:pt x="379826" y="11530630"/>
                    <a:pt x="420322" y="11555551"/>
                    <a:pt x="437975" y="11629275"/>
                  </a:cubicBezTo>
                  <a:cubicBezTo>
                    <a:pt x="451474" y="11683271"/>
                    <a:pt x="373596" y="11774647"/>
                    <a:pt x="449397" y="11823450"/>
                  </a:cubicBezTo>
                  <a:cubicBezTo>
                    <a:pt x="415131" y="11861870"/>
                    <a:pt x="386056" y="11906520"/>
                    <a:pt x="376711" y="11976090"/>
                  </a:cubicBezTo>
                  <a:cubicBezTo>
                    <a:pt x="369442" y="12031124"/>
                    <a:pt x="354905" y="12039431"/>
                    <a:pt x="320639" y="12080965"/>
                  </a:cubicBezTo>
                  <a:cubicBezTo>
                    <a:pt x="280143" y="12132883"/>
                    <a:pt x="242762" y="12130807"/>
                    <a:pt x="199150" y="12239836"/>
                  </a:cubicBezTo>
                  <a:cubicBezTo>
                    <a:pt x="177344" y="12295908"/>
                    <a:pt x="181498" y="12353018"/>
                    <a:pt x="184613" y="12414282"/>
                  </a:cubicBezTo>
                  <a:cubicBezTo>
                    <a:pt x="187728" y="12499428"/>
                    <a:pt x="204342" y="12509811"/>
                    <a:pt x="299872" y="12540962"/>
                  </a:cubicBezTo>
                  <a:cubicBezTo>
                    <a:pt x="363212" y="12561730"/>
                    <a:pt x="487816" y="12562768"/>
                    <a:pt x="553234" y="12559653"/>
                  </a:cubicBezTo>
                  <a:cubicBezTo>
                    <a:pt x="665377" y="12554461"/>
                    <a:pt x="773368" y="12545116"/>
                    <a:pt x="888626" y="12510850"/>
                  </a:cubicBezTo>
                  <a:cubicBezTo>
                    <a:pt x="969619" y="12488006"/>
                    <a:pt x="1045420" y="12465162"/>
                    <a:pt x="1094223" y="12421550"/>
                  </a:cubicBezTo>
                  <a:cubicBezTo>
                    <a:pt x="1143027" y="12378977"/>
                    <a:pt x="1134720" y="12329136"/>
                    <a:pt x="1131605" y="12280332"/>
                  </a:cubicBezTo>
                  <a:cubicBezTo>
                    <a:pt x="1127451" y="12230490"/>
                    <a:pt x="1102530" y="12006203"/>
                    <a:pt x="1102530" y="12006203"/>
                  </a:cubicBezTo>
                  <a:cubicBezTo>
                    <a:pt x="1176254" y="11982320"/>
                    <a:pt x="1261401" y="11877445"/>
                    <a:pt x="1262439" y="11836949"/>
                  </a:cubicBezTo>
                  <a:cubicBezTo>
                    <a:pt x="1262439" y="11796452"/>
                    <a:pt x="1261401" y="11763225"/>
                    <a:pt x="1240633" y="11723767"/>
                  </a:cubicBezTo>
                  <a:cubicBezTo>
                    <a:pt x="1217789" y="11682232"/>
                    <a:pt x="1164832" y="11664580"/>
                    <a:pt x="1186638" y="11601239"/>
                  </a:cubicBezTo>
                  <a:cubicBezTo>
                    <a:pt x="1208444" y="11537899"/>
                    <a:pt x="1288398" y="11512978"/>
                    <a:pt x="1310204" y="11441331"/>
                  </a:cubicBezTo>
                  <a:cubicBezTo>
                    <a:pt x="1338240" y="11345801"/>
                    <a:pt x="1262439" y="11283499"/>
                    <a:pt x="1256209" y="11189007"/>
                  </a:cubicBezTo>
                  <a:cubicBezTo>
                    <a:pt x="1251017" y="11099708"/>
                    <a:pt x="1264516" y="11015600"/>
                    <a:pt x="1281130" y="10930454"/>
                  </a:cubicBezTo>
                  <a:cubicBezTo>
                    <a:pt x="1313319" y="10758084"/>
                    <a:pt x="1340317" y="10706166"/>
                    <a:pt x="1340317" y="10532759"/>
                  </a:cubicBezTo>
                  <a:cubicBezTo>
                    <a:pt x="1340317" y="10439306"/>
                    <a:pt x="1370429" y="10357274"/>
                    <a:pt x="1386005" y="10234747"/>
                  </a:cubicBezTo>
                  <a:cubicBezTo>
                    <a:pt x="1395350" y="10164138"/>
                    <a:pt x="1394312" y="10086260"/>
                    <a:pt x="1397427" y="9975155"/>
                  </a:cubicBezTo>
                  <a:cubicBezTo>
                    <a:pt x="1398465" y="9945042"/>
                    <a:pt x="1407810" y="9837053"/>
                    <a:pt x="1413002" y="9806940"/>
                  </a:cubicBezTo>
                  <a:cubicBezTo>
                    <a:pt x="1423386" y="9748791"/>
                    <a:pt x="1448307" y="9684412"/>
                    <a:pt x="1451422" y="9631455"/>
                  </a:cubicBezTo>
                  <a:cubicBezTo>
                    <a:pt x="1454537" y="9567076"/>
                    <a:pt x="1429616" y="9512043"/>
                    <a:pt x="1432731" y="9447665"/>
                  </a:cubicBezTo>
                  <a:cubicBezTo>
                    <a:pt x="1434808" y="9384324"/>
                    <a:pt x="1466997" y="9317869"/>
                    <a:pt x="1471151" y="9249336"/>
                  </a:cubicBezTo>
                  <a:cubicBezTo>
                    <a:pt x="1475304" y="9170420"/>
                    <a:pt x="1511647" y="9110195"/>
                    <a:pt x="1524108" y="9036470"/>
                  </a:cubicBezTo>
                  <a:cubicBezTo>
                    <a:pt x="1537606" y="8957555"/>
                    <a:pt x="1558374" y="8839181"/>
                    <a:pt x="1578103" y="8761303"/>
                  </a:cubicBezTo>
                  <a:cubicBezTo>
                    <a:pt x="1608215" y="8638776"/>
                    <a:pt x="1651827" y="8581665"/>
                    <a:pt x="1668441" y="8456023"/>
                  </a:cubicBezTo>
                  <a:cubicBezTo>
                    <a:pt x="1682978" y="8351148"/>
                    <a:pt x="1686093" y="8302344"/>
                    <a:pt x="1692323" y="8196431"/>
                  </a:cubicBezTo>
                  <a:cubicBezTo>
                    <a:pt x="1697515" y="8104016"/>
                    <a:pt x="1763971" y="8042752"/>
                    <a:pt x="1776431" y="7951376"/>
                  </a:cubicBezTo>
                  <a:cubicBezTo>
                    <a:pt x="1786815" y="7875575"/>
                    <a:pt x="1786815" y="7765508"/>
                    <a:pt x="1806544" y="7691784"/>
                  </a:cubicBezTo>
                  <a:cubicBezTo>
                    <a:pt x="1829388" y="7614945"/>
                    <a:pt x="1921803" y="7477881"/>
                    <a:pt x="1943608" y="7401041"/>
                  </a:cubicBezTo>
                  <a:cubicBezTo>
                    <a:pt x="1965414" y="7324202"/>
                    <a:pt x="1973721" y="7211020"/>
                    <a:pt x="2004872" y="7125874"/>
                  </a:cubicBezTo>
                  <a:cubicBezTo>
                    <a:pt x="2043292" y="7218289"/>
                    <a:pt x="2075481" y="7507994"/>
                    <a:pt x="2111824" y="7625329"/>
                  </a:cubicBezTo>
                  <a:cubicBezTo>
                    <a:pt x="2147128" y="7742664"/>
                    <a:pt x="2223968" y="7969028"/>
                    <a:pt x="2259272" y="8053137"/>
                  </a:cubicBezTo>
                  <a:cubicBezTo>
                    <a:pt x="2311191" y="8175664"/>
                    <a:pt x="2330920" y="8302344"/>
                    <a:pt x="2370377" y="8430064"/>
                  </a:cubicBezTo>
                  <a:cubicBezTo>
                    <a:pt x="2434756" y="8633584"/>
                    <a:pt x="2465907" y="8818413"/>
                    <a:pt x="2518864" y="9020895"/>
                  </a:cubicBezTo>
                  <a:cubicBezTo>
                    <a:pt x="2541708" y="9105003"/>
                    <a:pt x="2545862" y="9262834"/>
                    <a:pt x="2580128" y="9341751"/>
                  </a:cubicBezTo>
                  <a:cubicBezTo>
                    <a:pt x="2619586" y="9430012"/>
                    <a:pt x="2658005" y="9526580"/>
                    <a:pt x="2661121" y="9622110"/>
                  </a:cubicBezTo>
                  <a:cubicBezTo>
                    <a:pt x="2669428" y="9789287"/>
                    <a:pt x="2708885" y="9881702"/>
                    <a:pt x="2714077" y="10051995"/>
                  </a:cubicBezTo>
                  <a:cubicBezTo>
                    <a:pt x="2720308" y="10216056"/>
                    <a:pt x="2728615" y="10345852"/>
                    <a:pt x="2752497" y="10507838"/>
                  </a:cubicBezTo>
                  <a:cubicBezTo>
                    <a:pt x="2763919" y="10586754"/>
                    <a:pt x="2823106" y="10650094"/>
                    <a:pt x="2807530" y="10754969"/>
                  </a:cubicBezTo>
                  <a:cubicBezTo>
                    <a:pt x="2797147" y="10824540"/>
                    <a:pt x="2828298" y="10887880"/>
                    <a:pt x="2828298" y="10960567"/>
                  </a:cubicBezTo>
                  <a:cubicBezTo>
                    <a:pt x="2828298" y="11027022"/>
                    <a:pt x="2818953" y="11101785"/>
                    <a:pt x="2828298" y="11167202"/>
                  </a:cubicBezTo>
                  <a:cubicBezTo>
                    <a:pt x="2837643" y="11231581"/>
                    <a:pt x="2894753" y="11317765"/>
                    <a:pt x="2889561" y="11388374"/>
                  </a:cubicBezTo>
                  <a:cubicBezTo>
                    <a:pt x="2880216" y="11518170"/>
                    <a:pt x="2757689" y="11561781"/>
                    <a:pt x="2828298" y="11690539"/>
                  </a:cubicBezTo>
                  <a:cubicBezTo>
                    <a:pt x="2858411" y="11747649"/>
                    <a:pt x="2859449" y="11786069"/>
                    <a:pt x="2909291" y="11802683"/>
                  </a:cubicBezTo>
                  <a:cubicBezTo>
                    <a:pt x="2949787" y="11815143"/>
                    <a:pt x="2969516" y="11809952"/>
                    <a:pt x="2986130" y="11835911"/>
                  </a:cubicBezTo>
                  <a:cubicBezTo>
                    <a:pt x="3016242" y="11883676"/>
                    <a:pt x="3033895" y="11966745"/>
                    <a:pt x="3044278" y="11998935"/>
                  </a:cubicBezTo>
                  <a:cubicBezTo>
                    <a:pt x="2986130" y="12113155"/>
                    <a:pt x="2983015" y="12356133"/>
                    <a:pt x="3013127" y="12373785"/>
                  </a:cubicBezTo>
                  <a:cubicBezTo>
                    <a:pt x="3101389" y="12428819"/>
                    <a:pt x="3156422" y="12397667"/>
                    <a:pt x="3236376" y="12399745"/>
                  </a:cubicBezTo>
                  <a:cubicBezTo>
                    <a:pt x="3258182" y="12463084"/>
                    <a:pt x="3302832" y="12503581"/>
                    <a:pt x="3463779" y="12533693"/>
                  </a:cubicBezTo>
                  <a:cubicBezTo>
                    <a:pt x="3548925" y="12550308"/>
                    <a:pt x="3724409" y="12544078"/>
                    <a:pt x="3843822" y="12533693"/>
                  </a:cubicBezTo>
                  <a:cubicBezTo>
                    <a:pt x="3927929" y="12526425"/>
                    <a:pt x="3999577" y="12490082"/>
                    <a:pt x="4019306" y="12444394"/>
                  </a:cubicBezTo>
                  <a:cubicBezTo>
                    <a:pt x="4037997" y="12398706"/>
                    <a:pt x="4049419" y="12289677"/>
                    <a:pt x="4023459" y="12224260"/>
                  </a:cubicBezTo>
                  <a:cubicBezTo>
                    <a:pt x="3993347" y="12146383"/>
                    <a:pt x="3888471" y="12112116"/>
                    <a:pt x="3843822" y="12051891"/>
                  </a:cubicBezTo>
                  <a:cubicBezTo>
                    <a:pt x="3820978" y="12019702"/>
                    <a:pt x="3805402" y="11960515"/>
                    <a:pt x="3782558" y="11926248"/>
                  </a:cubicBezTo>
                  <a:cubicBezTo>
                    <a:pt x="3760752" y="11893021"/>
                    <a:pt x="3736870" y="11882637"/>
                    <a:pt x="3725448" y="11849409"/>
                  </a:cubicBezTo>
                  <a:cubicBezTo>
                    <a:pt x="3717141" y="11822412"/>
                    <a:pt x="3656915" y="11799567"/>
                    <a:pt x="3628879" y="11762186"/>
                  </a:cubicBezTo>
                  <a:cubicBezTo>
                    <a:pt x="3635110" y="11752841"/>
                    <a:pt x="3646532" y="11745573"/>
                    <a:pt x="3664184" y="11742458"/>
                  </a:cubicBezTo>
                  <a:cubicBezTo>
                    <a:pt x="3661069" y="11687424"/>
                    <a:pt x="3622649" y="11626160"/>
                    <a:pt x="3584230" y="11581510"/>
                  </a:cubicBezTo>
                  <a:cubicBezTo>
                    <a:pt x="3638225" y="11585664"/>
                    <a:pt x="3662107" y="11537899"/>
                    <a:pt x="3661069" y="11440292"/>
                  </a:cubicBezTo>
                  <a:cubicBezTo>
                    <a:pt x="3661069" y="11349955"/>
                    <a:pt x="3661069" y="11241964"/>
                    <a:pt x="3638225" y="11160972"/>
                  </a:cubicBezTo>
                  <a:cubicBezTo>
                    <a:pt x="3618496" y="11090363"/>
                    <a:pt x="3624726" y="11010408"/>
                    <a:pt x="3596690" y="10939799"/>
                  </a:cubicBezTo>
                  <a:cubicBezTo>
                    <a:pt x="3569692" y="10872305"/>
                    <a:pt x="3551002" y="10781967"/>
                    <a:pt x="3542695" y="10710320"/>
                  </a:cubicBezTo>
                  <a:cubicBezTo>
                    <a:pt x="3528158" y="10569101"/>
                    <a:pt x="3516736" y="10467342"/>
                    <a:pt x="3516736" y="10325085"/>
                  </a:cubicBezTo>
                  <a:lnTo>
                    <a:pt x="3516736" y="9904546"/>
                  </a:lnTo>
                  <a:cubicBezTo>
                    <a:pt x="3516736" y="9760213"/>
                    <a:pt x="3485585" y="9587844"/>
                    <a:pt x="3447165" y="9553578"/>
                  </a:cubicBezTo>
                  <a:cubicBezTo>
                    <a:pt x="3408745" y="9519311"/>
                    <a:pt x="3405630" y="9450780"/>
                    <a:pt x="3378633" y="9346943"/>
                  </a:cubicBezTo>
                  <a:cubicBezTo>
                    <a:pt x="3351635" y="9244144"/>
                    <a:pt x="3332945" y="9100849"/>
                    <a:pt x="3316331" y="9002205"/>
                  </a:cubicBezTo>
                  <a:cubicBezTo>
                    <a:pt x="3297640" y="8878639"/>
                    <a:pt x="3298678" y="8785185"/>
                    <a:pt x="3292448" y="8660582"/>
                  </a:cubicBezTo>
                  <a:cubicBezTo>
                    <a:pt x="3285180" y="8499634"/>
                    <a:pt x="3243645" y="8361531"/>
                    <a:pt x="3224954" y="8216160"/>
                  </a:cubicBezTo>
                  <a:cubicBezTo>
                    <a:pt x="3240530" y="8147628"/>
                    <a:pt x="3250914" y="8102978"/>
                    <a:pt x="3270642" y="8025100"/>
                  </a:cubicBezTo>
                  <a:cubicBezTo>
                    <a:pt x="3293487" y="7932686"/>
                    <a:pt x="3313216" y="7866230"/>
                    <a:pt x="3313216" y="7803928"/>
                  </a:cubicBezTo>
                  <a:cubicBezTo>
                    <a:pt x="3313216" y="7632597"/>
                    <a:pt x="3316331" y="7577564"/>
                    <a:pt x="3324638" y="7406233"/>
                  </a:cubicBezTo>
                  <a:cubicBezTo>
                    <a:pt x="3328791" y="7319011"/>
                    <a:pt x="3316331" y="7203752"/>
                    <a:pt x="3300755" y="7115490"/>
                  </a:cubicBezTo>
                  <a:cubicBezTo>
                    <a:pt x="3291410" y="7061495"/>
                    <a:pt x="3354750" y="6967003"/>
                    <a:pt x="3316331" y="6837207"/>
                  </a:cubicBezTo>
                  <a:cubicBezTo>
                    <a:pt x="3358904" y="6837207"/>
                    <a:pt x="3446127" y="6837207"/>
                    <a:pt x="3491815" y="6814364"/>
                  </a:cubicBezTo>
                  <a:cubicBezTo>
                    <a:pt x="3499083" y="6726102"/>
                    <a:pt x="3426398" y="6447820"/>
                    <a:pt x="3400439" y="6356443"/>
                  </a:cubicBezTo>
                  <a:cubicBezTo>
                    <a:pt x="3457549" y="6283757"/>
                    <a:pt x="3465856" y="6272336"/>
                    <a:pt x="3495968" y="6212110"/>
                  </a:cubicBezTo>
                  <a:cubicBezTo>
                    <a:pt x="3527119" y="6148769"/>
                    <a:pt x="3549964" y="6139424"/>
                    <a:pt x="3582153" y="6101005"/>
                  </a:cubicBezTo>
                  <a:cubicBezTo>
                    <a:pt x="3625764" y="6050124"/>
                    <a:pt x="3646532" y="6005475"/>
                    <a:pt x="3671453" y="5952518"/>
                  </a:cubicBezTo>
                  <a:cubicBezTo>
                    <a:pt x="3693258" y="5907868"/>
                    <a:pt x="3677683" y="5850758"/>
                    <a:pt x="3687028" y="5765612"/>
                  </a:cubicBezTo>
                  <a:cubicBezTo>
                    <a:pt x="3696373" y="5680466"/>
                    <a:pt x="3709872" y="5608818"/>
                    <a:pt x="3709872" y="5544439"/>
                  </a:cubicBezTo>
                  <a:cubicBezTo>
                    <a:pt x="3755560" y="5475907"/>
                    <a:pt x="3777366" y="5456178"/>
                    <a:pt x="3820978" y="5391799"/>
                  </a:cubicBezTo>
                  <a:cubicBezTo>
                    <a:pt x="3897817" y="5275502"/>
                    <a:pt x="3913392" y="5173742"/>
                    <a:pt x="3950774" y="5040831"/>
                  </a:cubicBezTo>
                  <a:cubicBezTo>
                    <a:pt x="3966349" y="4985797"/>
                    <a:pt x="3976733" y="4881961"/>
                    <a:pt x="3965311" y="4824850"/>
                  </a:cubicBezTo>
                  <a:cubicBezTo>
                    <a:pt x="3951812" y="4756318"/>
                    <a:pt x="3935198" y="4702323"/>
                    <a:pt x="3927929" y="4627561"/>
                  </a:cubicBezTo>
                  <a:cubicBezTo>
                    <a:pt x="3914430" y="4496726"/>
                    <a:pt x="3957004" y="4407426"/>
                    <a:pt x="3950774" y="4276592"/>
                  </a:cubicBezTo>
                  <a:cubicBezTo>
                    <a:pt x="3944543" y="4142643"/>
                    <a:pt x="3913392" y="3943276"/>
                    <a:pt x="3893663" y="3810365"/>
                  </a:cubicBezTo>
                  <a:cubicBezTo>
                    <a:pt x="3880165" y="3715873"/>
                    <a:pt x="3890548" y="3616190"/>
                    <a:pt x="3882241" y="3451090"/>
                  </a:cubicBezTo>
                  <a:cubicBezTo>
                    <a:pt x="3873934" y="3287027"/>
                    <a:pt x="3828246" y="2874795"/>
                    <a:pt x="3813709" y="2767843"/>
                  </a:cubicBezTo>
                  <a:cubicBezTo>
                    <a:pt x="3799172" y="2660892"/>
                    <a:pt x="3782558" y="2559131"/>
                    <a:pt x="3745177" y="2481254"/>
                  </a:cubicBezTo>
                  <a:cubicBezTo>
                    <a:pt x="3712987" y="2414798"/>
                    <a:pt x="3638225" y="2405453"/>
                    <a:pt x="3572808" y="2374302"/>
                  </a:cubicBezTo>
                  <a:cubicBezTo>
                    <a:pt x="3453395" y="2317192"/>
                    <a:pt x="3345405" y="2269427"/>
                    <a:pt x="3224954" y="2207125"/>
                  </a:cubicBezTo>
                  <a:cubicBezTo>
                    <a:pt x="3122156" y="2154168"/>
                    <a:pt x="3011051" y="2117825"/>
                    <a:pt x="2878140" y="2045139"/>
                  </a:cubicBezTo>
                  <a:cubicBezTo>
                    <a:pt x="2837643" y="2022295"/>
                    <a:pt x="2673581" y="1951686"/>
                    <a:pt x="2608164" y="1905998"/>
                  </a:cubicBezTo>
                  <a:cubicBezTo>
                    <a:pt x="2545862" y="1862387"/>
                    <a:pt x="2474214" y="1781394"/>
                    <a:pt x="2448255" y="1789701"/>
                  </a:cubicBezTo>
                  <a:cubicBezTo>
                    <a:pt x="2450332" y="1688979"/>
                    <a:pt x="2459677" y="1513495"/>
                    <a:pt x="2463831" y="1485459"/>
                  </a:cubicBezTo>
                  <a:cubicBezTo>
                    <a:pt x="2463831" y="1485459"/>
                    <a:pt x="2467984" y="1471960"/>
                    <a:pt x="2474214" y="1449116"/>
                  </a:cubicBezTo>
                  <a:cubicBezTo>
                    <a:pt x="2474214" y="1461577"/>
                    <a:pt x="2475253" y="1471960"/>
                    <a:pt x="2478368" y="1481306"/>
                  </a:cubicBezTo>
                  <a:cubicBezTo>
                    <a:pt x="2475253" y="1447039"/>
                    <a:pt x="2480445" y="1432502"/>
                    <a:pt x="2481483" y="1413812"/>
                  </a:cubicBezTo>
                  <a:cubicBezTo>
                    <a:pt x="2484598" y="1402390"/>
                    <a:pt x="2486675" y="1388891"/>
                    <a:pt x="2489790" y="1375392"/>
                  </a:cubicBezTo>
                  <a:cubicBezTo>
                    <a:pt x="2487713" y="1402390"/>
                    <a:pt x="2487713" y="1427310"/>
                    <a:pt x="2493943" y="1444963"/>
                  </a:cubicBezTo>
                  <a:cubicBezTo>
                    <a:pt x="2489790" y="1396159"/>
                    <a:pt x="2496020" y="1375392"/>
                    <a:pt x="2500173" y="1351510"/>
                  </a:cubicBezTo>
                  <a:cubicBezTo>
                    <a:pt x="2501212" y="1379545"/>
                    <a:pt x="2506404" y="1406543"/>
                    <a:pt x="2518864" y="1451193"/>
                  </a:cubicBezTo>
                  <a:cubicBezTo>
                    <a:pt x="2505365" y="1385776"/>
                    <a:pt x="2510557" y="1329704"/>
                    <a:pt x="2521979" y="1293361"/>
                  </a:cubicBezTo>
                  <a:cubicBezTo>
                    <a:pt x="2516787" y="1316205"/>
                    <a:pt x="2517826" y="1341126"/>
                    <a:pt x="2521979" y="1392006"/>
                  </a:cubicBezTo>
                  <a:cubicBezTo>
                    <a:pt x="2521979" y="1342164"/>
                    <a:pt x="2521979" y="1318282"/>
                    <a:pt x="2526133" y="1296476"/>
                  </a:cubicBezTo>
                  <a:cubicBezTo>
                    <a:pt x="2526133" y="1308936"/>
                    <a:pt x="2526133" y="1325550"/>
                    <a:pt x="2529248" y="1338011"/>
                  </a:cubicBezTo>
                  <a:cubicBezTo>
                    <a:pt x="2528209" y="1317243"/>
                    <a:pt x="2530286" y="1290246"/>
                    <a:pt x="2531325" y="1291284"/>
                  </a:cubicBezTo>
                  <a:cubicBezTo>
                    <a:pt x="2531325" y="1304783"/>
                    <a:pt x="2531325" y="1316205"/>
                    <a:pt x="2534440" y="1327627"/>
                  </a:cubicBezTo>
                  <a:cubicBezTo>
                    <a:pt x="2534440" y="1311013"/>
                    <a:pt x="2534440" y="1304783"/>
                    <a:pt x="2536516" y="1295438"/>
                  </a:cubicBezTo>
                  <a:cubicBezTo>
                    <a:pt x="2555207" y="1302706"/>
                    <a:pt x="2566629" y="1285054"/>
                    <a:pt x="2580128" y="1266363"/>
                  </a:cubicBezTo>
                  <a:cubicBezTo>
                    <a:pt x="2601934" y="1236251"/>
                    <a:pt x="2618548" y="1113723"/>
                    <a:pt x="2620624" y="1058690"/>
                  </a:cubicBezTo>
                  <a:cubicBezTo>
                    <a:pt x="2620624" y="1052460"/>
                    <a:pt x="2620624" y="1044153"/>
                    <a:pt x="2620624" y="1035846"/>
                  </a:cubicBezTo>
                  <a:cubicBezTo>
                    <a:pt x="2624778" y="1064920"/>
                    <a:pt x="2622701" y="1096071"/>
                    <a:pt x="2614394" y="1162527"/>
                  </a:cubicBezTo>
                  <a:cubicBezTo>
                    <a:pt x="2623739" y="1109570"/>
                    <a:pt x="2627893" y="1081534"/>
                    <a:pt x="2626855" y="1056613"/>
                  </a:cubicBezTo>
                  <a:cubicBezTo>
                    <a:pt x="2628931" y="1090879"/>
                    <a:pt x="2625816" y="1138644"/>
                    <a:pt x="2623739" y="1156296"/>
                  </a:cubicBezTo>
                  <a:cubicBezTo>
                    <a:pt x="2642430" y="1089841"/>
                    <a:pt x="2647622" y="1033769"/>
                    <a:pt x="2646583" y="976659"/>
                  </a:cubicBezTo>
                  <a:cubicBezTo>
                    <a:pt x="2648660" y="998464"/>
                    <a:pt x="2646583" y="1026500"/>
                    <a:pt x="2646583" y="1070112"/>
                  </a:cubicBezTo>
                  <a:cubicBezTo>
                    <a:pt x="2650737" y="1025462"/>
                    <a:pt x="2653852" y="1001580"/>
                    <a:pt x="2652814" y="979774"/>
                  </a:cubicBezTo>
                  <a:cubicBezTo>
                    <a:pt x="2652814" y="936162"/>
                    <a:pt x="2650737" y="926817"/>
                    <a:pt x="2646583" y="886321"/>
                  </a:cubicBezTo>
                  <a:cubicBezTo>
                    <a:pt x="2642430" y="830249"/>
                    <a:pt x="2635161" y="811558"/>
                    <a:pt x="2622701" y="762755"/>
                  </a:cubicBezTo>
                  <a:cubicBezTo>
                    <a:pt x="2629969" y="780407"/>
                    <a:pt x="2638276" y="795983"/>
                    <a:pt x="2648660" y="809481"/>
                  </a:cubicBezTo>
                  <a:cubicBezTo>
                    <a:pt x="2641392" y="793906"/>
                    <a:pt x="2634123" y="777292"/>
                    <a:pt x="2626855" y="760678"/>
                  </a:cubicBezTo>
                  <a:cubicBezTo>
                    <a:pt x="2634123" y="775215"/>
                    <a:pt x="2643468" y="793906"/>
                    <a:pt x="2651775" y="798059"/>
                  </a:cubicBezTo>
                  <a:cubicBezTo>
                    <a:pt x="2610241" y="643343"/>
                    <a:pt x="2625816" y="532237"/>
                    <a:pt x="2574936" y="412825"/>
                  </a:cubicBezTo>
                  <a:cubicBezTo>
                    <a:pt x="2588435" y="437746"/>
                    <a:pt x="2600895" y="469935"/>
                    <a:pt x="2608164" y="512508"/>
                  </a:cubicBezTo>
                  <a:cubicBezTo>
                    <a:pt x="2601934" y="454360"/>
                    <a:pt x="2562476" y="356753"/>
                    <a:pt x="2529248" y="305873"/>
                  </a:cubicBezTo>
                  <a:cubicBezTo>
                    <a:pt x="2496020" y="256031"/>
                    <a:pt x="2439948" y="179192"/>
                    <a:pt x="2338188" y="105468"/>
                  </a:cubicBezTo>
                  <a:cubicBezTo>
                    <a:pt x="2274848" y="59780"/>
                    <a:pt x="2209431" y="37974"/>
                    <a:pt x="2155435" y="27590"/>
                  </a:cubicBezTo>
                  <a:cubicBezTo>
                    <a:pt x="2115977" y="20322"/>
                    <a:pt x="2079634" y="21360"/>
                    <a:pt x="2051599" y="24475"/>
                  </a:cubicBezTo>
                  <a:cubicBezTo>
                    <a:pt x="2084826" y="17207"/>
                    <a:pt x="2129476" y="16168"/>
                    <a:pt x="2189702" y="31744"/>
                  </a:cubicBezTo>
                  <a:cubicBezTo>
                    <a:pt x="2091057" y="-2522"/>
                    <a:pt x="2012141" y="23437"/>
                    <a:pt x="1984105" y="34859"/>
                  </a:cubicBezTo>
                  <a:cubicBezTo>
                    <a:pt x="1953992" y="18245"/>
                    <a:pt x="1881306" y="-12906"/>
                    <a:pt x="1787853" y="5785"/>
                  </a:cubicBezTo>
                  <a:cubicBezTo>
                    <a:pt x="1844963" y="593"/>
                    <a:pt x="1892728" y="8900"/>
                    <a:pt x="1928033" y="19283"/>
                  </a:cubicBezTo>
                  <a:cubicBezTo>
                    <a:pt x="1872999" y="4746"/>
                    <a:pt x="1826273" y="4746"/>
                    <a:pt x="1776431" y="13053"/>
                  </a:cubicBezTo>
                  <a:cubicBezTo>
                    <a:pt x="1719321" y="22399"/>
                    <a:pt x="1667402" y="30705"/>
                    <a:pt x="1610292" y="66010"/>
                  </a:cubicBezTo>
                  <a:cubicBezTo>
                    <a:pt x="1553182" y="101314"/>
                    <a:pt x="1514762" y="120005"/>
                    <a:pt x="1468036" y="184384"/>
                  </a:cubicBezTo>
                  <a:cubicBezTo>
                    <a:pt x="1499187" y="145964"/>
                    <a:pt x="1532415" y="118967"/>
                    <a:pt x="1561489" y="101314"/>
                  </a:cubicBezTo>
                  <a:cubicBezTo>
                    <a:pt x="1470113" y="167770"/>
                    <a:pt x="1404695" y="260185"/>
                    <a:pt x="1359007" y="347408"/>
                  </a:cubicBezTo>
                  <a:cubicBezTo>
                    <a:pt x="1320587" y="422170"/>
                    <a:pt x="1311242" y="486549"/>
                    <a:pt x="1299820" y="570657"/>
                  </a:cubicBezTo>
                  <a:cubicBezTo>
                    <a:pt x="1286321" y="664110"/>
                    <a:pt x="1297743" y="792868"/>
                    <a:pt x="1298782" y="842709"/>
                  </a:cubicBezTo>
                  <a:cubicBezTo>
                    <a:pt x="1298782" y="891512"/>
                    <a:pt x="1297743" y="957968"/>
                    <a:pt x="1308127" y="1016117"/>
                  </a:cubicBezTo>
                  <a:cubicBezTo>
                    <a:pt x="1305012" y="969390"/>
                    <a:pt x="1302935" y="940316"/>
                    <a:pt x="1305012" y="916433"/>
                  </a:cubicBezTo>
                  <a:cubicBezTo>
                    <a:pt x="1307089" y="949661"/>
                    <a:pt x="1310204" y="995349"/>
                    <a:pt x="1312281" y="1033769"/>
                  </a:cubicBezTo>
                  <a:cubicBezTo>
                    <a:pt x="1313319" y="1058690"/>
                    <a:pt x="1317472" y="1105416"/>
                    <a:pt x="1343432" y="1186409"/>
                  </a:cubicBezTo>
                  <a:cubicBezTo>
                    <a:pt x="1335125" y="1132414"/>
                    <a:pt x="1330971" y="1095033"/>
                    <a:pt x="1330971" y="1032731"/>
                  </a:cubicBezTo>
                  <a:cubicBezTo>
                    <a:pt x="1330971" y="1069073"/>
                    <a:pt x="1334086" y="1102301"/>
                    <a:pt x="1341355" y="1124107"/>
                  </a:cubicBezTo>
                  <a:cubicBezTo>
                    <a:pt x="1339278" y="1100225"/>
                    <a:pt x="1338240" y="1074265"/>
                    <a:pt x="1337201" y="1050383"/>
                  </a:cubicBezTo>
                  <a:cubicBezTo>
                    <a:pt x="1340317" y="1075304"/>
                    <a:pt x="1344470" y="1103340"/>
                    <a:pt x="1350700" y="1126184"/>
                  </a:cubicBezTo>
                  <a:cubicBezTo>
                    <a:pt x="1346547" y="1097109"/>
                    <a:pt x="1343432" y="1061805"/>
                    <a:pt x="1341355" y="1032731"/>
                  </a:cubicBezTo>
                  <a:cubicBezTo>
                    <a:pt x="1344470" y="1051421"/>
                    <a:pt x="1344470" y="1072189"/>
                    <a:pt x="1348623" y="1082572"/>
                  </a:cubicBezTo>
                  <a:cubicBezTo>
                    <a:pt x="1347585" y="1068035"/>
                    <a:pt x="1344470" y="1032731"/>
                    <a:pt x="1343432" y="1020270"/>
                  </a:cubicBezTo>
                  <a:cubicBezTo>
                    <a:pt x="1343432" y="1023385"/>
                    <a:pt x="1348623" y="1053498"/>
                    <a:pt x="1349662" y="1056613"/>
                  </a:cubicBezTo>
                  <a:cubicBezTo>
                    <a:pt x="1351739" y="1072189"/>
                    <a:pt x="1351739" y="1063882"/>
                    <a:pt x="1353815" y="1079457"/>
                  </a:cubicBezTo>
                  <a:cubicBezTo>
                    <a:pt x="1354854" y="1098148"/>
                    <a:pt x="1356930" y="1126184"/>
                    <a:pt x="1356930" y="1156296"/>
                  </a:cubicBezTo>
                  <a:cubicBezTo>
                    <a:pt x="1356930" y="1137606"/>
                    <a:pt x="1357969" y="1122030"/>
                    <a:pt x="1357969" y="1108531"/>
                  </a:cubicBezTo>
                  <a:cubicBezTo>
                    <a:pt x="1359007" y="1147989"/>
                    <a:pt x="1361084" y="1172910"/>
                    <a:pt x="1376659" y="1232097"/>
                  </a:cubicBezTo>
                  <a:cubicBezTo>
                    <a:pt x="1368352" y="1186409"/>
                    <a:pt x="1364199" y="1162527"/>
                    <a:pt x="1364199" y="1139683"/>
                  </a:cubicBezTo>
                  <a:cubicBezTo>
                    <a:pt x="1368352" y="1164603"/>
                    <a:pt x="1370429" y="1183294"/>
                    <a:pt x="1374583" y="1201985"/>
                  </a:cubicBezTo>
                  <a:cubicBezTo>
                    <a:pt x="1378736" y="1222752"/>
                    <a:pt x="1384966" y="1244558"/>
                    <a:pt x="1395350" y="1265325"/>
                  </a:cubicBezTo>
                  <a:cubicBezTo>
                    <a:pt x="1391197" y="1242481"/>
                    <a:pt x="1390158" y="1218598"/>
                    <a:pt x="1390158" y="1204061"/>
                  </a:cubicBezTo>
                  <a:cubicBezTo>
                    <a:pt x="1392235" y="1224829"/>
                    <a:pt x="1396388" y="1251826"/>
                    <a:pt x="1400542" y="1270517"/>
                  </a:cubicBezTo>
                  <a:cubicBezTo>
                    <a:pt x="1397427" y="1253903"/>
                    <a:pt x="1396388" y="1235212"/>
                    <a:pt x="1395350" y="1216522"/>
                  </a:cubicBezTo>
                  <a:cubicBezTo>
                    <a:pt x="1398465" y="1246634"/>
                    <a:pt x="1404695" y="1275709"/>
                    <a:pt x="1410926" y="1292323"/>
                  </a:cubicBezTo>
                  <a:cubicBezTo>
                    <a:pt x="1405734" y="1253903"/>
                    <a:pt x="1403657" y="1223790"/>
                    <a:pt x="1402619" y="1199908"/>
                  </a:cubicBezTo>
                  <a:cubicBezTo>
                    <a:pt x="1403657" y="1211330"/>
                    <a:pt x="1405734" y="1221714"/>
                    <a:pt x="1406772" y="1231059"/>
                  </a:cubicBezTo>
                  <a:cubicBezTo>
                    <a:pt x="1421309" y="1307898"/>
                    <a:pt x="1431693" y="1341126"/>
                    <a:pt x="1463882" y="1358778"/>
                  </a:cubicBezTo>
                  <a:cubicBezTo>
                    <a:pt x="1479458" y="1367085"/>
                    <a:pt x="1495033" y="1369162"/>
                    <a:pt x="1504379" y="1368123"/>
                  </a:cubicBezTo>
                  <a:cubicBezTo>
                    <a:pt x="1512686" y="1389929"/>
                    <a:pt x="1514762" y="1410696"/>
                    <a:pt x="1514762" y="1425234"/>
                  </a:cubicBezTo>
                  <a:cubicBezTo>
                    <a:pt x="1516839" y="1411735"/>
                    <a:pt x="1514762" y="1390968"/>
                    <a:pt x="1509571" y="1367085"/>
                  </a:cubicBezTo>
                  <a:cubicBezTo>
                    <a:pt x="1511647" y="1367085"/>
                    <a:pt x="1513724" y="1366047"/>
                    <a:pt x="1515801" y="1365008"/>
                  </a:cubicBezTo>
                  <a:cubicBezTo>
                    <a:pt x="1520993" y="1402390"/>
                    <a:pt x="1523069" y="1447039"/>
                    <a:pt x="1526184" y="1475075"/>
                  </a:cubicBezTo>
                  <a:cubicBezTo>
                    <a:pt x="1530338" y="1443924"/>
                    <a:pt x="1531376" y="1419003"/>
                    <a:pt x="1532415" y="1396159"/>
                  </a:cubicBezTo>
                  <a:cubicBezTo>
                    <a:pt x="1534491" y="1417965"/>
                    <a:pt x="1535530" y="1444963"/>
                    <a:pt x="1535530" y="1485459"/>
                  </a:cubicBezTo>
                  <a:cubicBezTo>
                    <a:pt x="1537606" y="1439771"/>
                    <a:pt x="1537606" y="1411735"/>
                    <a:pt x="1535530" y="1389929"/>
                  </a:cubicBezTo>
                  <a:cubicBezTo>
                    <a:pt x="1537606" y="1398236"/>
                    <a:pt x="1540722" y="1406543"/>
                    <a:pt x="1542798" y="1413812"/>
                  </a:cubicBezTo>
                  <a:cubicBezTo>
                    <a:pt x="1543837" y="1437694"/>
                    <a:pt x="1546952" y="1458461"/>
                    <a:pt x="1553182" y="1475075"/>
                  </a:cubicBezTo>
                  <a:cubicBezTo>
                    <a:pt x="1552144" y="1460538"/>
                    <a:pt x="1551105" y="1448078"/>
                    <a:pt x="1550067" y="1435617"/>
                  </a:cubicBezTo>
                  <a:cubicBezTo>
                    <a:pt x="1566681" y="1483382"/>
                    <a:pt x="1584333" y="1522840"/>
                    <a:pt x="1589525" y="1588257"/>
                  </a:cubicBezTo>
                  <a:cubicBezTo>
                    <a:pt x="1593678" y="1644329"/>
                    <a:pt x="1589525" y="1725322"/>
                    <a:pt x="1580179" y="1791778"/>
                  </a:cubicBezTo>
                  <a:cubicBezTo>
                    <a:pt x="1544875" y="1816698"/>
                    <a:pt x="1503340" y="1882116"/>
                    <a:pt x="1453499" y="1924689"/>
                  </a:cubicBezTo>
                  <a:cubicBezTo>
                    <a:pt x="1394312" y="1975569"/>
                    <a:pt x="1201175" y="2045139"/>
                    <a:pt x="1077609" y="2088751"/>
                  </a:cubicBezTo>
                  <a:cubicBezTo>
                    <a:pt x="924969" y="2141708"/>
                    <a:pt x="800365" y="2150015"/>
                    <a:pt x="650840" y="2225815"/>
                  </a:cubicBezTo>
                  <a:cubicBezTo>
                    <a:pt x="592692" y="2255928"/>
                    <a:pt x="464972" y="2286041"/>
                    <a:pt x="431745" y="2344189"/>
                  </a:cubicBezTo>
                  <a:cubicBezTo>
                    <a:pt x="396440" y="2404415"/>
                    <a:pt x="376711" y="2492676"/>
                    <a:pt x="372558" y="2569515"/>
                  </a:cubicBezTo>
                  <a:cubicBezTo>
                    <a:pt x="371519" y="2615203"/>
                    <a:pt x="344522" y="2664007"/>
                    <a:pt x="336215" y="2744999"/>
                  </a:cubicBezTo>
                  <a:cubicBezTo>
                    <a:pt x="327908" y="2825992"/>
                    <a:pt x="278066" y="2923599"/>
                    <a:pt x="267682" y="3003553"/>
                  </a:cubicBezTo>
                  <a:cubicBezTo>
                    <a:pt x="260414" y="3057548"/>
                    <a:pt x="259375" y="3116735"/>
                    <a:pt x="251069" y="3171769"/>
                  </a:cubicBezTo>
                  <a:cubicBezTo>
                    <a:pt x="239646" y="3240301"/>
                    <a:pt x="226148" y="3298449"/>
                    <a:pt x="206419" y="3370097"/>
                  </a:cubicBezTo>
                  <a:cubicBezTo>
                    <a:pt x="187728" y="3442783"/>
                    <a:pt x="179421" y="3538312"/>
                    <a:pt x="160731" y="3660840"/>
                  </a:cubicBezTo>
                  <a:cubicBezTo>
                    <a:pt x="142040" y="3783367"/>
                    <a:pt x="72469" y="3944314"/>
                    <a:pt x="62086" y="4081379"/>
                  </a:cubicBezTo>
                  <a:cubicBezTo>
                    <a:pt x="49625" y="4235057"/>
                    <a:pt x="-7485" y="4373160"/>
                    <a:pt x="822" y="4527877"/>
                  </a:cubicBezTo>
                  <a:close/>
                  <a:moveTo>
                    <a:pt x="3295563" y="4493611"/>
                  </a:moveTo>
                  <a:cubicBezTo>
                    <a:pt x="3297640" y="4449999"/>
                    <a:pt x="3346444" y="4139528"/>
                    <a:pt x="3346444" y="4139528"/>
                  </a:cubicBezTo>
                  <a:cubicBezTo>
                    <a:pt x="3346444" y="4139528"/>
                    <a:pt x="3395247" y="4501918"/>
                    <a:pt x="3395247" y="4549683"/>
                  </a:cubicBezTo>
                  <a:cubicBezTo>
                    <a:pt x="3395247" y="4597448"/>
                    <a:pt x="3320484" y="4876769"/>
                    <a:pt x="3320484" y="4876769"/>
                  </a:cubicBezTo>
                  <a:cubicBezTo>
                    <a:pt x="3320484" y="4876769"/>
                    <a:pt x="3290372" y="4572527"/>
                    <a:pt x="3295563" y="4493611"/>
                  </a:cubicBezTo>
                  <a:close/>
                  <a:moveTo>
                    <a:pt x="658109" y="4969183"/>
                  </a:moveTo>
                  <a:cubicBezTo>
                    <a:pt x="645648" y="4905843"/>
                    <a:pt x="591653" y="4877807"/>
                    <a:pt x="596845" y="4846656"/>
                  </a:cubicBezTo>
                  <a:cubicBezTo>
                    <a:pt x="602037" y="4816544"/>
                    <a:pt x="658109" y="4832119"/>
                    <a:pt x="705874" y="4770855"/>
                  </a:cubicBezTo>
                  <a:cubicBezTo>
                    <a:pt x="753639" y="4709591"/>
                    <a:pt x="792058" y="4663903"/>
                    <a:pt x="800365" y="4599525"/>
                  </a:cubicBezTo>
                  <a:cubicBezTo>
                    <a:pt x="807634" y="4535146"/>
                    <a:pt x="810749" y="4464537"/>
                    <a:pt x="810749" y="4464537"/>
                  </a:cubicBezTo>
                  <a:cubicBezTo>
                    <a:pt x="810749" y="4464537"/>
                    <a:pt x="889665" y="4752165"/>
                    <a:pt x="886550" y="4869500"/>
                  </a:cubicBezTo>
                  <a:cubicBezTo>
                    <a:pt x="884473" y="4986836"/>
                    <a:pt x="874089" y="5001373"/>
                    <a:pt x="828401" y="5078212"/>
                  </a:cubicBezTo>
                  <a:cubicBezTo>
                    <a:pt x="782713" y="5155051"/>
                    <a:pt x="739101" y="5284847"/>
                    <a:pt x="739101" y="5284847"/>
                  </a:cubicBezTo>
                  <a:cubicBezTo>
                    <a:pt x="739101" y="5284847"/>
                    <a:pt x="737025" y="5218392"/>
                    <a:pt x="708989" y="5149860"/>
                  </a:cubicBezTo>
                  <a:cubicBezTo>
                    <a:pt x="680953" y="5081327"/>
                    <a:pt x="677838" y="5108325"/>
                    <a:pt x="663301" y="5068867"/>
                  </a:cubicBezTo>
                  <a:cubicBezTo>
                    <a:pt x="647725" y="5027332"/>
                    <a:pt x="670569" y="5032524"/>
                    <a:pt x="658109" y="4969183"/>
                  </a:cubicBezTo>
                  <a:close/>
                </a:path>
              </a:pathLst>
            </a:custGeom>
            <a:solidFill>
              <a:srgbClr val="8DE971"/>
            </a:soli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12"/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AA23BD82-F0AF-AB3F-1310-31470B013AC9}"/>
                </a:ext>
              </a:extLst>
            </p:cNvPr>
            <p:cNvGrpSpPr/>
            <p:nvPr userDrawn="1"/>
          </p:nvGrpSpPr>
          <p:grpSpPr>
            <a:xfrm>
              <a:off x="24606375" y="12323919"/>
              <a:ext cx="2148810" cy="7792881"/>
              <a:chOff x="24280426" y="12370713"/>
              <a:chExt cx="2148810" cy="7792881"/>
            </a:xfrm>
          </p:grpSpPr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5033D06-362E-F062-9CCE-CC0317258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54831" y="13004800"/>
                <a:ext cx="0" cy="7158794"/>
              </a:xfrm>
              <a:prstGeom prst="line">
                <a:avLst/>
              </a:prstGeom>
              <a:ln w="63500">
                <a:solidFill>
                  <a:schemeClr val="accent5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C16BCE5-CD60-2C27-C098-B25CC7589F9F}"/>
                  </a:ext>
                </a:extLst>
              </p:cNvPr>
              <p:cNvSpPr txBox="1"/>
              <p:nvPr/>
            </p:nvSpPr>
            <p:spPr>
              <a:xfrm>
                <a:off x="24280426" y="12370713"/>
                <a:ext cx="2148810" cy="197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79">
                    <a:latin typeface="Segoe Sans Display Semibold" pitchFamily="2" charset="0"/>
                    <a:cs typeface="Segoe Sans Display Semibold" pitchFamily="2" charset="0"/>
                  </a:rPr>
                  <a:t>6 ft 3 inch</a:t>
                </a: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8E068F05-51E0-8052-016E-ABA33B550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9220" y="13004800"/>
                <a:ext cx="411223" cy="0"/>
              </a:xfrm>
              <a:prstGeom prst="line">
                <a:avLst/>
              </a:prstGeom>
              <a:ln w="63500">
                <a:solidFill>
                  <a:schemeClr val="accent5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8" name="Scale: 5 Foot" hidden="1">
            <a:extLst>
              <a:ext uri="{FF2B5EF4-FFF2-40B4-BE49-F238E27FC236}">
                <a16:creationId xmlns:a16="http://schemas.microsoft.com/office/drawing/2014/main" id="{B181B683-4474-209D-1E85-F8A2AA087DF7}"/>
              </a:ext>
            </a:extLst>
          </p:cNvPr>
          <p:cNvGrpSpPr/>
          <p:nvPr userDrawn="1"/>
        </p:nvGrpSpPr>
        <p:grpSpPr>
          <a:xfrm>
            <a:off x="4774880" y="8132638"/>
            <a:ext cx="1096604" cy="5427146"/>
            <a:chOff x="17136016" y="13377048"/>
            <a:chExt cx="3935477" cy="8926891"/>
          </a:xfrm>
        </p:grpSpPr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B1758F0-1088-7FB2-C8D4-5C18EF7006DB}"/>
                </a:ext>
              </a:extLst>
            </p:cNvPr>
            <p:cNvSpPr/>
            <p:nvPr userDrawn="1"/>
          </p:nvSpPr>
          <p:spPr>
            <a:xfrm>
              <a:off x="17136016" y="14045270"/>
              <a:ext cx="2500900" cy="8258669"/>
            </a:xfrm>
            <a:custGeom>
              <a:avLst/>
              <a:gdLst>
                <a:gd name="connsiteX0" fmla="*/ 3560689 w 3629583"/>
                <a:gd name="connsiteY0" fmla="*/ 3757532 h 11985895"/>
                <a:gd name="connsiteX1" fmla="*/ 3420509 w 3629583"/>
                <a:gd name="connsiteY1" fmla="*/ 3338032 h 11985895"/>
                <a:gd name="connsiteX2" fmla="*/ 3301097 w 3629583"/>
                <a:gd name="connsiteY2" fmla="*/ 2909186 h 11985895"/>
                <a:gd name="connsiteX3" fmla="*/ 3185838 w 3629583"/>
                <a:gd name="connsiteY3" fmla="*/ 2564448 h 11985895"/>
                <a:gd name="connsiteX4" fmla="*/ 3092385 w 3629583"/>
                <a:gd name="connsiteY4" fmla="*/ 2390002 h 11985895"/>
                <a:gd name="connsiteX5" fmla="*/ 2588776 w 3629583"/>
                <a:gd name="connsiteY5" fmla="*/ 2122103 h 11985895"/>
                <a:gd name="connsiteX6" fmla="*/ 2320878 w 3629583"/>
                <a:gd name="connsiteY6" fmla="*/ 2042148 h 11985895"/>
                <a:gd name="connsiteX7" fmla="*/ 2106973 w 3629583"/>
                <a:gd name="connsiteY7" fmla="*/ 1987115 h 11985895"/>
                <a:gd name="connsiteX8" fmla="*/ 2061286 w 3629583"/>
                <a:gd name="connsiteY8" fmla="*/ 1915468 h 11985895"/>
                <a:gd name="connsiteX9" fmla="*/ 2046749 w 3629583"/>
                <a:gd name="connsiteY9" fmla="*/ 1705717 h 11985895"/>
                <a:gd name="connsiteX10" fmla="*/ 2143316 w 3629583"/>
                <a:gd name="connsiteY10" fmla="*/ 1752444 h 11985895"/>
                <a:gd name="connsiteX11" fmla="*/ 2112166 w 3629583"/>
                <a:gd name="connsiteY11" fmla="*/ 1691180 h 11985895"/>
                <a:gd name="connsiteX12" fmla="*/ 2274151 w 3629583"/>
                <a:gd name="connsiteY12" fmla="*/ 1733753 h 11985895"/>
                <a:gd name="connsiteX13" fmla="*/ 2182775 w 3629583"/>
                <a:gd name="connsiteY13" fmla="*/ 1646530 h 11985895"/>
                <a:gd name="connsiteX14" fmla="*/ 2307379 w 3629583"/>
                <a:gd name="connsiteY14" fmla="*/ 1710909 h 11985895"/>
                <a:gd name="connsiteX15" fmla="*/ 2408100 w 3629583"/>
                <a:gd name="connsiteY15" fmla="*/ 1710909 h 11985895"/>
                <a:gd name="connsiteX16" fmla="*/ 2237808 w 3629583"/>
                <a:gd name="connsiteY16" fmla="*/ 1583190 h 11985895"/>
                <a:gd name="connsiteX17" fmla="*/ 2404985 w 3629583"/>
                <a:gd name="connsiteY17" fmla="*/ 1556192 h 11985895"/>
                <a:gd name="connsiteX18" fmla="*/ 2262729 w 3629583"/>
                <a:gd name="connsiteY18" fmla="*/ 1539579 h 11985895"/>
                <a:gd name="connsiteX19" fmla="*/ 2226386 w 3629583"/>
                <a:gd name="connsiteY19" fmla="*/ 1330867 h 11985895"/>
                <a:gd name="connsiteX20" fmla="*/ 2267921 w 3629583"/>
                <a:gd name="connsiteY20" fmla="*/ 974706 h 11985895"/>
                <a:gd name="connsiteX21" fmla="*/ 2245077 w 3629583"/>
                <a:gd name="connsiteY21" fmla="*/ 701616 h 11985895"/>
                <a:gd name="connsiteX22" fmla="*/ 2176545 w 3629583"/>
                <a:gd name="connsiteY22" fmla="*/ 454484 h 11985895"/>
                <a:gd name="connsiteX23" fmla="*/ 1989638 w 3629583"/>
                <a:gd name="connsiteY23" fmla="*/ 168933 h 11985895"/>
                <a:gd name="connsiteX24" fmla="*/ 1848420 w 3629583"/>
                <a:gd name="connsiteY24" fmla="*/ 67173 h 11985895"/>
                <a:gd name="connsiteX25" fmla="*/ 1679166 w 3629583"/>
                <a:gd name="connsiteY25" fmla="*/ 5909 h 11985895"/>
                <a:gd name="connsiteX26" fmla="*/ 1508874 w 3629583"/>
                <a:gd name="connsiteY26" fmla="*/ 15254 h 11985895"/>
                <a:gd name="connsiteX27" fmla="*/ 1400883 w 3629583"/>
                <a:gd name="connsiteY27" fmla="*/ 79633 h 11985895"/>
                <a:gd name="connsiteX28" fmla="*/ 1200478 w 3629583"/>
                <a:gd name="connsiteY28" fmla="*/ 119091 h 11985895"/>
                <a:gd name="connsiteX29" fmla="*/ 993843 w 3629583"/>
                <a:gd name="connsiteY29" fmla="*/ 282115 h 11985895"/>
                <a:gd name="connsiteX30" fmla="*/ 787208 w 3629583"/>
                <a:gd name="connsiteY30" fmla="*/ 643467 h 11985895"/>
                <a:gd name="connsiteX31" fmla="*/ 749827 w 3629583"/>
                <a:gd name="connsiteY31" fmla="*/ 868793 h 11985895"/>
                <a:gd name="connsiteX32" fmla="*/ 776824 w 3629583"/>
                <a:gd name="connsiteY32" fmla="*/ 1277910 h 11985895"/>
                <a:gd name="connsiteX33" fmla="*/ 898313 w 3629583"/>
                <a:gd name="connsiteY33" fmla="*/ 1644454 h 11985895"/>
                <a:gd name="connsiteX34" fmla="*/ 1115332 w 3629583"/>
                <a:gd name="connsiteY34" fmla="*/ 1897815 h 11985895"/>
                <a:gd name="connsiteX35" fmla="*/ 988651 w 3629583"/>
                <a:gd name="connsiteY35" fmla="*/ 1700525 h 11985895"/>
                <a:gd name="connsiteX36" fmla="*/ 1192172 w 3629583"/>
                <a:gd name="connsiteY36" fmla="*/ 1925851 h 11985895"/>
                <a:gd name="connsiteX37" fmla="*/ 1130908 w 3629583"/>
                <a:gd name="connsiteY37" fmla="*/ 1840705 h 11985895"/>
                <a:gd name="connsiteX38" fmla="*/ 1238898 w 3629583"/>
                <a:gd name="connsiteY38" fmla="*/ 1916506 h 11985895"/>
                <a:gd name="connsiteX39" fmla="*/ 1211900 w 3629583"/>
                <a:gd name="connsiteY39" fmla="*/ 1840705 h 11985895"/>
                <a:gd name="connsiteX40" fmla="*/ 1316776 w 3629583"/>
                <a:gd name="connsiteY40" fmla="*/ 1891585 h 11985895"/>
                <a:gd name="connsiteX41" fmla="*/ 1277318 w 3629583"/>
                <a:gd name="connsiteY41" fmla="*/ 1800209 h 11985895"/>
                <a:gd name="connsiteX42" fmla="*/ 1333390 w 3629583"/>
                <a:gd name="connsiteY42" fmla="*/ 1822015 h 11985895"/>
                <a:gd name="connsiteX43" fmla="*/ 1315737 w 3629583"/>
                <a:gd name="connsiteY43" fmla="*/ 1926890 h 11985895"/>
                <a:gd name="connsiteX44" fmla="*/ 1277318 w 3629583"/>
                <a:gd name="connsiteY44" fmla="*/ 1975693 h 11985895"/>
                <a:gd name="connsiteX45" fmla="*/ 1092488 w 3629583"/>
                <a:gd name="connsiteY45" fmla="*/ 2073300 h 11985895"/>
                <a:gd name="connsiteX46" fmla="*/ 932579 w 3629583"/>
                <a:gd name="connsiteY46" fmla="*/ 2124180 h 11985895"/>
                <a:gd name="connsiteX47" fmla="*/ 675064 w 3629583"/>
                <a:gd name="connsiteY47" fmla="*/ 2167791 h 11985895"/>
                <a:gd name="connsiteX48" fmla="*/ 489196 w 3629583"/>
                <a:gd name="connsiteY48" fmla="*/ 2255014 h 11985895"/>
                <a:gd name="connsiteX49" fmla="*/ 286715 w 3629583"/>
                <a:gd name="connsiteY49" fmla="*/ 2567563 h 11985895"/>
                <a:gd name="connsiteX50" fmla="*/ 216105 w 3629583"/>
                <a:gd name="connsiteY50" fmla="*/ 2944490 h 11985895"/>
                <a:gd name="connsiteX51" fmla="*/ 169379 w 3629583"/>
                <a:gd name="connsiteY51" fmla="*/ 3462636 h 11985895"/>
                <a:gd name="connsiteX52" fmla="*/ 122653 w 3629583"/>
                <a:gd name="connsiteY52" fmla="*/ 4586150 h 11985895"/>
                <a:gd name="connsiteX53" fmla="*/ 114345 w 3629583"/>
                <a:gd name="connsiteY53" fmla="*/ 6163431 h 11985895"/>
                <a:gd name="connsiteX54" fmla="*/ 195338 w 3629583"/>
                <a:gd name="connsiteY54" fmla="*/ 6202889 h 11985895"/>
                <a:gd name="connsiteX55" fmla="*/ 167302 w 3629583"/>
                <a:gd name="connsiteY55" fmla="*/ 6346184 h 11985895"/>
                <a:gd name="connsiteX56" fmla="*/ 157957 w 3629583"/>
                <a:gd name="connsiteY56" fmla="*/ 6425100 h 11985895"/>
                <a:gd name="connsiteX57" fmla="*/ 147573 w 3629583"/>
                <a:gd name="connsiteY57" fmla="*/ 6493632 h 11985895"/>
                <a:gd name="connsiteX58" fmla="*/ 157957 w 3629583"/>
                <a:gd name="connsiteY58" fmla="*/ 6602660 h 11985895"/>
                <a:gd name="connsiteX59" fmla="*/ 160034 w 3629583"/>
                <a:gd name="connsiteY59" fmla="*/ 6715843 h 11985895"/>
                <a:gd name="connsiteX60" fmla="*/ 170417 w 3629583"/>
                <a:gd name="connsiteY60" fmla="*/ 6824871 h 11985895"/>
                <a:gd name="connsiteX61" fmla="*/ 231681 w 3629583"/>
                <a:gd name="connsiteY61" fmla="*/ 6928708 h 11985895"/>
                <a:gd name="connsiteX62" fmla="*/ 340710 w 3629583"/>
                <a:gd name="connsiteY62" fmla="*/ 7010739 h 11985895"/>
                <a:gd name="connsiteX63" fmla="*/ 281523 w 3629583"/>
                <a:gd name="connsiteY63" fmla="*/ 7474890 h 11985895"/>
                <a:gd name="connsiteX64" fmla="*/ 265947 w 3629583"/>
                <a:gd name="connsiteY64" fmla="*/ 7960846 h 11985895"/>
                <a:gd name="connsiteX65" fmla="*/ 202607 w 3629583"/>
                <a:gd name="connsiteY65" fmla="*/ 8372039 h 11985895"/>
                <a:gd name="connsiteX66" fmla="*/ 356285 w 3629583"/>
                <a:gd name="connsiteY66" fmla="*/ 8399037 h 11985895"/>
                <a:gd name="connsiteX67" fmla="*/ 347978 w 3629583"/>
                <a:gd name="connsiteY67" fmla="*/ 8434341 h 11985895"/>
                <a:gd name="connsiteX68" fmla="*/ 313712 w 3629583"/>
                <a:gd name="connsiteY68" fmla="*/ 8633708 h 11985895"/>
                <a:gd name="connsiteX69" fmla="*/ 264909 w 3629583"/>
                <a:gd name="connsiteY69" fmla="*/ 8865264 h 11985895"/>
                <a:gd name="connsiteX70" fmla="*/ 208837 w 3629583"/>
                <a:gd name="connsiteY70" fmla="*/ 9055285 h 11985895"/>
                <a:gd name="connsiteX71" fmla="*/ 156919 w 3629583"/>
                <a:gd name="connsiteY71" fmla="*/ 9545395 h 11985895"/>
                <a:gd name="connsiteX72" fmla="*/ 191185 w 3629583"/>
                <a:gd name="connsiteY72" fmla="*/ 10036543 h 11985895"/>
                <a:gd name="connsiteX73" fmla="*/ 270101 w 3629583"/>
                <a:gd name="connsiteY73" fmla="*/ 10548458 h 11985895"/>
                <a:gd name="connsiteX74" fmla="*/ 270101 w 3629583"/>
                <a:gd name="connsiteY74" fmla="*/ 10975228 h 11985895"/>
                <a:gd name="connsiteX75" fmla="*/ 147573 w 3629583"/>
                <a:gd name="connsiteY75" fmla="*/ 11368769 h 11985895"/>
                <a:gd name="connsiteX76" fmla="*/ 17777 w 3629583"/>
                <a:gd name="connsiteY76" fmla="*/ 11676126 h 11985895"/>
                <a:gd name="connsiteX77" fmla="*/ 2202 w 3629583"/>
                <a:gd name="connsiteY77" fmla="*/ 11928449 h 11985895"/>
                <a:gd name="connsiteX78" fmla="*/ 251410 w 3629583"/>
                <a:gd name="connsiteY78" fmla="*/ 11983483 h 11985895"/>
                <a:gd name="connsiteX79" fmla="*/ 630414 w 3629583"/>
                <a:gd name="connsiteY79" fmla="*/ 11886914 h 11985895"/>
                <a:gd name="connsiteX80" fmla="*/ 675064 w 3629583"/>
                <a:gd name="connsiteY80" fmla="*/ 11832920 h 11985895"/>
                <a:gd name="connsiteX81" fmla="*/ 685448 w 3629583"/>
                <a:gd name="connsiteY81" fmla="*/ 11318928 h 11985895"/>
                <a:gd name="connsiteX82" fmla="*/ 789285 w 3629583"/>
                <a:gd name="connsiteY82" fmla="*/ 11049990 h 11985895"/>
                <a:gd name="connsiteX83" fmla="*/ 782016 w 3629583"/>
                <a:gd name="connsiteY83" fmla="*/ 10884890 h 11985895"/>
                <a:gd name="connsiteX84" fmla="*/ 690640 w 3629583"/>
                <a:gd name="connsiteY84" fmla="*/ 10707329 h 11985895"/>
                <a:gd name="connsiteX85" fmla="*/ 757095 w 3629583"/>
                <a:gd name="connsiteY85" fmla="*/ 10246294 h 11985895"/>
                <a:gd name="connsiteX86" fmla="*/ 833934 w 3629583"/>
                <a:gd name="connsiteY86" fmla="*/ 9972165 h 11985895"/>
                <a:gd name="connsiteX87" fmla="*/ 941925 w 3629583"/>
                <a:gd name="connsiteY87" fmla="*/ 9459211 h 11985895"/>
                <a:gd name="connsiteX88" fmla="*/ 990728 w 3629583"/>
                <a:gd name="connsiteY88" fmla="*/ 9000252 h 11985895"/>
                <a:gd name="connsiteX89" fmla="*/ 1091450 w 3629583"/>
                <a:gd name="connsiteY89" fmla="*/ 8678358 h 11985895"/>
                <a:gd name="connsiteX90" fmla="*/ 1210862 w 3629583"/>
                <a:gd name="connsiteY90" fmla="*/ 8400076 h 11985895"/>
                <a:gd name="connsiteX91" fmla="*/ 1618941 w 3629583"/>
                <a:gd name="connsiteY91" fmla="*/ 8476915 h 11985895"/>
                <a:gd name="connsiteX92" fmla="*/ 1967832 w 3629583"/>
                <a:gd name="connsiteY92" fmla="*/ 8484183 h 11985895"/>
                <a:gd name="connsiteX93" fmla="*/ 2023904 w 3629583"/>
                <a:gd name="connsiteY93" fmla="*/ 8485222 h 11985895"/>
                <a:gd name="connsiteX94" fmla="*/ 2023904 w 3629583"/>
                <a:gd name="connsiteY94" fmla="*/ 8734430 h 11985895"/>
                <a:gd name="connsiteX95" fmla="*/ 1942912 w 3629583"/>
                <a:gd name="connsiteY95" fmla="*/ 9321107 h 11985895"/>
                <a:gd name="connsiteX96" fmla="*/ 1942912 w 3629583"/>
                <a:gd name="connsiteY96" fmla="*/ 9875596 h 11985895"/>
                <a:gd name="connsiteX97" fmla="*/ 1928374 w 3629583"/>
                <a:gd name="connsiteY97" fmla="*/ 10609722 h 11985895"/>
                <a:gd name="connsiteX98" fmla="*/ 1812077 w 3629583"/>
                <a:gd name="connsiteY98" fmla="*/ 10821550 h 11985895"/>
                <a:gd name="connsiteX99" fmla="*/ 1843228 w 3629583"/>
                <a:gd name="connsiteY99" fmla="*/ 11139290 h 11985895"/>
                <a:gd name="connsiteX100" fmla="*/ 1906568 w 3629583"/>
                <a:gd name="connsiteY100" fmla="*/ 11412380 h 11985895"/>
                <a:gd name="connsiteX101" fmla="*/ 1929413 w 3629583"/>
                <a:gd name="connsiteY101" fmla="*/ 11829805 h 11985895"/>
                <a:gd name="connsiteX102" fmla="*/ 1973024 w 3629583"/>
                <a:gd name="connsiteY102" fmla="*/ 11855764 h 11985895"/>
                <a:gd name="connsiteX103" fmla="*/ 2340606 w 3629583"/>
                <a:gd name="connsiteY103" fmla="*/ 11935718 h 11985895"/>
                <a:gd name="connsiteX104" fmla="*/ 2559702 w 3629583"/>
                <a:gd name="connsiteY104" fmla="*/ 11875493 h 11985895"/>
                <a:gd name="connsiteX105" fmla="*/ 2534781 w 3629583"/>
                <a:gd name="connsiteY105" fmla="*/ 11572289 h 11985895"/>
                <a:gd name="connsiteX106" fmla="*/ 2447558 w 3629583"/>
                <a:gd name="connsiteY106" fmla="*/ 11390575 h 11985895"/>
                <a:gd name="connsiteX107" fmla="*/ 2347875 w 3629583"/>
                <a:gd name="connsiteY107" fmla="*/ 11106062 h 11985895"/>
                <a:gd name="connsiteX108" fmla="*/ 2319839 w 3629583"/>
                <a:gd name="connsiteY108" fmla="*/ 10919156 h 11985895"/>
                <a:gd name="connsiteX109" fmla="*/ 2330223 w 3629583"/>
                <a:gd name="connsiteY109" fmla="*/ 10729135 h 11985895"/>
                <a:gd name="connsiteX110" fmla="*/ 2371758 w 3629583"/>
                <a:gd name="connsiteY110" fmla="*/ 10495502 h 11985895"/>
                <a:gd name="connsiteX111" fmla="*/ 2551395 w 3629583"/>
                <a:gd name="connsiteY111" fmla="*/ 9953474 h 11985895"/>
                <a:gd name="connsiteX112" fmla="*/ 2619927 w 3629583"/>
                <a:gd name="connsiteY112" fmla="*/ 9689728 h 11985895"/>
                <a:gd name="connsiteX113" fmla="*/ 2684307 w 3629583"/>
                <a:gd name="connsiteY113" fmla="*/ 9357451 h 11985895"/>
                <a:gd name="connsiteX114" fmla="*/ 2728956 w 3629583"/>
                <a:gd name="connsiteY114" fmla="*/ 8910952 h 11985895"/>
                <a:gd name="connsiteX115" fmla="*/ 2714419 w 3629583"/>
                <a:gd name="connsiteY115" fmla="*/ 8514296 h 11985895"/>
                <a:gd name="connsiteX116" fmla="*/ 2720649 w 3629583"/>
                <a:gd name="connsiteY116" fmla="*/ 8363732 h 11985895"/>
                <a:gd name="connsiteX117" fmla="*/ 2740378 w 3629583"/>
                <a:gd name="connsiteY117" fmla="*/ 8356464 h 11985895"/>
                <a:gd name="connsiteX118" fmla="*/ 3068502 w 3629583"/>
                <a:gd name="connsiteY118" fmla="*/ 8333620 h 11985895"/>
                <a:gd name="connsiteX119" fmla="*/ 3088232 w 3629583"/>
                <a:gd name="connsiteY119" fmla="*/ 7751096 h 11985895"/>
                <a:gd name="connsiteX120" fmla="*/ 3068502 w 3629583"/>
                <a:gd name="connsiteY120" fmla="*/ 6608891 h 11985895"/>
                <a:gd name="connsiteX121" fmla="*/ 3026968 w 3629583"/>
                <a:gd name="connsiteY121" fmla="*/ 6085554 h 11985895"/>
                <a:gd name="connsiteX122" fmla="*/ 3110037 w 3629583"/>
                <a:gd name="connsiteY122" fmla="*/ 6074131 h 11985895"/>
                <a:gd name="connsiteX123" fmla="*/ 3051888 w 3629583"/>
                <a:gd name="connsiteY123" fmla="*/ 5721086 h 11985895"/>
                <a:gd name="connsiteX124" fmla="*/ 2890942 w 3629583"/>
                <a:gd name="connsiteY124" fmla="*/ 5078337 h 11985895"/>
                <a:gd name="connsiteX125" fmla="*/ 3102769 w 3629583"/>
                <a:gd name="connsiteY125" fmla="*/ 5085605 h 11985895"/>
                <a:gd name="connsiteX126" fmla="*/ 3183761 w 3629583"/>
                <a:gd name="connsiteY126" fmla="*/ 5011881 h 11985895"/>
                <a:gd name="connsiteX127" fmla="*/ 3231526 w 3629583"/>
                <a:gd name="connsiteY127" fmla="*/ 4918428 h 11985895"/>
                <a:gd name="connsiteX128" fmla="*/ 3357169 w 3629583"/>
                <a:gd name="connsiteY128" fmla="*/ 4973461 h 11985895"/>
                <a:gd name="connsiteX129" fmla="*/ 3468274 w 3629583"/>
                <a:gd name="connsiteY129" fmla="*/ 4703486 h 11985895"/>
                <a:gd name="connsiteX130" fmla="*/ 3531614 w 3629583"/>
                <a:gd name="connsiteY130" fmla="*/ 4489582 h 11985895"/>
                <a:gd name="connsiteX131" fmla="*/ 3626106 w 3629583"/>
                <a:gd name="connsiteY131" fmla="*/ 4157304 h 11985895"/>
                <a:gd name="connsiteX132" fmla="*/ 3586648 w 3629583"/>
                <a:gd name="connsiteY132" fmla="*/ 3841640 h 11985895"/>
                <a:gd name="connsiteX133" fmla="*/ 3562766 w 3629583"/>
                <a:gd name="connsiteY133" fmla="*/ 3755456 h 11985895"/>
                <a:gd name="connsiteX134" fmla="*/ 617954 w 3629583"/>
                <a:gd name="connsiteY134" fmla="*/ 4981768 h 11985895"/>
                <a:gd name="connsiteX135" fmla="*/ 569151 w 3629583"/>
                <a:gd name="connsiteY135" fmla="*/ 5460456 h 11985895"/>
                <a:gd name="connsiteX136" fmla="*/ 528654 w 3629583"/>
                <a:gd name="connsiteY136" fmla="*/ 5850882 h 11985895"/>
                <a:gd name="connsiteX137" fmla="*/ 514117 w 3629583"/>
                <a:gd name="connsiteY137" fmla="*/ 5681628 h 11985895"/>
                <a:gd name="connsiteX138" fmla="*/ 525539 w 3629583"/>
                <a:gd name="connsiteY138" fmla="*/ 5479147 h 11985895"/>
                <a:gd name="connsiteX139" fmla="*/ 552537 w 3629583"/>
                <a:gd name="connsiteY139" fmla="*/ 5221632 h 11985895"/>
                <a:gd name="connsiteX140" fmla="*/ 572266 w 3629583"/>
                <a:gd name="connsiteY140" fmla="*/ 4888315 h 11985895"/>
                <a:gd name="connsiteX141" fmla="*/ 642875 w 3629583"/>
                <a:gd name="connsiteY141" fmla="*/ 4534232 h 11985895"/>
                <a:gd name="connsiteX142" fmla="*/ 618992 w 3629583"/>
                <a:gd name="connsiteY142" fmla="*/ 4982807 h 11985895"/>
                <a:gd name="connsiteX143" fmla="*/ 3122497 w 3629583"/>
                <a:gd name="connsiteY143" fmla="*/ 4173918 h 11985895"/>
                <a:gd name="connsiteX144" fmla="*/ 3083039 w 3629583"/>
                <a:gd name="connsiteY144" fmla="*/ 4346287 h 11985895"/>
                <a:gd name="connsiteX145" fmla="*/ 3002047 w 3629583"/>
                <a:gd name="connsiteY145" fmla="*/ 4599649 h 11985895"/>
                <a:gd name="connsiteX146" fmla="*/ 2958436 w 3629583"/>
                <a:gd name="connsiteY146" fmla="*/ 4685833 h 11985895"/>
                <a:gd name="connsiteX147" fmla="*/ 2907555 w 3629583"/>
                <a:gd name="connsiteY147" fmla="*/ 4713869 h 11985895"/>
                <a:gd name="connsiteX148" fmla="*/ 2809949 w 3629583"/>
                <a:gd name="connsiteY148" fmla="*/ 4647414 h 11985895"/>
                <a:gd name="connsiteX149" fmla="*/ 2764261 w 3629583"/>
                <a:gd name="connsiteY149" fmla="*/ 4607956 h 11985895"/>
                <a:gd name="connsiteX150" fmla="*/ 2702997 w 3629583"/>
                <a:gd name="connsiteY150" fmla="*/ 4591342 h 11985895"/>
                <a:gd name="connsiteX151" fmla="*/ 2685344 w 3629583"/>
                <a:gd name="connsiteY151" fmla="*/ 4342134 h 11985895"/>
                <a:gd name="connsiteX152" fmla="*/ 2680153 w 3629583"/>
                <a:gd name="connsiteY152" fmla="*/ 4214415 h 11985895"/>
                <a:gd name="connsiteX153" fmla="*/ 2667692 w 3629583"/>
                <a:gd name="connsiteY153" fmla="*/ 4117846 h 11985895"/>
                <a:gd name="connsiteX154" fmla="*/ 2653155 w 3629583"/>
                <a:gd name="connsiteY154" fmla="*/ 4014009 h 11985895"/>
                <a:gd name="connsiteX155" fmla="*/ 2644848 w 3629583"/>
                <a:gd name="connsiteY155" fmla="*/ 3867600 h 11985895"/>
                <a:gd name="connsiteX156" fmla="*/ 2657309 w 3629583"/>
                <a:gd name="connsiteY156" fmla="*/ 3728458 h 11985895"/>
                <a:gd name="connsiteX157" fmla="*/ 2700920 w 3629583"/>
                <a:gd name="connsiteY157" fmla="*/ 3601777 h 11985895"/>
                <a:gd name="connsiteX158" fmla="*/ 2724803 w 3629583"/>
                <a:gd name="connsiteY158" fmla="*/ 3462636 h 11985895"/>
                <a:gd name="connsiteX159" fmla="*/ 2752838 w 3629583"/>
                <a:gd name="connsiteY159" fmla="*/ 3276768 h 11985895"/>
                <a:gd name="connsiteX160" fmla="*/ 2975049 w 3629583"/>
                <a:gd name="connsiteY160" fmla="*/ 3631890 h 11985895"/>
                <a:gd name="connsiteX161" fmla="*/ 3068502 w 3629583"/>
                <a:gd name="connsiteY161" fmla="*/ 3789722 h 11985895"/>
                <a:gd name="connsiteX162" fmla="*/ 3127689 w 3629583"/>
                <a:gd name="connsiteY162" fmla="*/ 3929901 h 11985895"/>
                <a:gd name="connsiteX163" fmla="*/ 3149495 w 3629583"/>
                <a:gd name="connsiteY163" fmla="*/ 4036853 h 11985895"/>
                <a:gd name="connsiteX164" fmla="*/ 3122497 w 3629583"/>
                <a:gd name="connsiteY164" fmla="*/ 4172880 h 1198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3629583" h="11985895">
                  <a:moveTo>
                    <a:pt x="3560689" y="3757532"/>
                  </a:moveTo>
                  <a:cubicBezTo>
                    <a:pt x="3523307" y="3638120"/>
                    <a:pt x="3462044" y="3486518"/>
                    <a:pt x="3420509" y="3338032"/>
                  </a:cubicBezTo>
                  <a:cubicBezTo>
                    <a:pt x="3382089" y="3205121"/>
                    <a:pt x="3347824" y="3049365"/>
                    <a:pt x="3301097" y="2909186"/>
                  </a:cubicBezTo>
                  <a:cubicBezTo>
                    <a:pt x="3254370" y="2769006"/>
                    <a:pt x="3199337" y="2605982"/>
                    <a:pt x="3185838" y="2564448"/>
                  </a:cubicBezTo>
                  <a:cubicBezTo>
                    <a:pt x="3169224" y="2511491"/>
                    <a:pt x="3132881" y="2446074"/>
                    <a:pt x="3092385" y="2390002"/>
                  </a:cubicBezTo>
                  <a:cubicBezTo>
                    <a:pt x="2975049" y="2228016"/>
                    <a:pt x="2807872" y="2185443"/>
                    <a:pt x="2588776" y="2122103"/>
                  </a:cubicBezTo>
                  <a:cubicBezTo>
                    <a:pt x="2464172" y="2085760"/>
                    <a:pt x="2389410" y="2066031"/>
                    <a:pt x="2320878" y="2042148"/>
                  </a:cubicBezTo>
                  <a:cubicBezTo>
                    <a:pt x="2204580" y="1999575"/>
                    <a:pt x="2119434" y="1959079"/>
                    <a:pt x="2106973" y="1987115"/>
                  </a:cubicBezTo>
                  <a:cubicBezTo>
                    <a:pt x="2106973" y="1987115"/>
                    <a:pt x="2087245" y="1990230"/>
                    <a:pt x="2061286" y="1915468"/>
                  </a:cubicBezTo>
                  <a:cubicBezTo>
                    <a:pt x="2044671" y="1869779"/>
                    <a:pt x="2044671" y="1789825"/>
                    <a:pt x="2046749" y="1705717"/>
                  </a:cubicBezTo>
                  <a:cubicBezTo>
                    <a:pt x="2061286" y="1739983"/>
                    <a:pt x="2118396" y="1757636"/>
                    <a:pt x="2143316" y="1752444"/>
                  </a:cubicBezTo>
                  <a:cubicBezTo>
                    <a:pt x="2119434" y="1732715"/>
                    <a:pt x="2116319" y="1710909"/>
                    <a:pt x="2112166" y="1691180"/>
                  </a:cubicBezTo>
                  <a:cubicBezTo>
                    <a:pt x="2143316" y="1715063"/>
                    <a:pt x="2195235" y="1743099"/>
                    <a:pt x="2274151" y="1733753"/>
                  </a:cubicBezTo>
                  <a:cubicBezTo>
                    <a:pt x="2224310" y="1717139"/>
                    <a:pt x="2187966" y="1678720"/>
                    <a:pt x="2182775" y="1646530"/>
                  </a:cubicBezTo>
                  <a:cubicBezTo>
                    <a:pt x="2225347" y="1683912"/>
                    <a:pt x="2268959" y="1703641"/>
                    <a:pt x="2307379" y="1710909"/>
                  </a:cubicBezTo>
                  <a:cubicBezTo>
                    <a:pt x="2333338" y="1716101"/>
                    <a:pt x="2360335" y="1718178"/>
                    <a:pt x="2408100" y="1710909"/>
                  </a:cubicBezTo>
                  <a:cubicBezTo>
                    <a:pt x="2272074" y="1680796"/>
                    <a:pt x="2247153" y="1637185"/>
                    <a:pt x="2237808" y="1583190"/>
                  </a:cubicBezTo>
                  <a:cubicBezTo>
                    <a:pt x="2278304" y="1613303"/>
                    <a:pt x="2366565" y="1619533"/>
                    <a:pt x="2404985" y="1556192"/>
                  </a:cubicBezTo>
                  <a:cubicBezTo>
                    <a:pt x="2366565" y="1593574"/>
                    <a:pt x="2295956" y="1586305"/>
                    <a:pt x="2262729" y="1539579"/>
                  </a:cubicBezTo>
                  <a:cubicBezTo>
                    <a:pt x="2223271" y="1484545"/>
                    <a:pt x="2220156" y="1416013"/>
                    <a:pt x="2226386" y="1330867"/>
                  </a:cubicBezTo>
                  <a:cubicBezTo>
                    <a:pt x="2234693" y="1217684"/>
                    <a:pt x="2269997" y="1086850"/>
                    <a:pt x="2267921" y="974706"/>
                  </a:cubicBezTo>
                  <a:cubicBezTo>
                    <a:pt x="2265844" y="843872"/>
                    <a:pt x="2262729" y="805452"/>
                    <a:pt x="2245077" y="701616"/>
                  </a:cubicBezTo>
                  <a:cubicBezTo>
                    <a:pt x="2225347" y="579088"/>
                    <a:pt x="2210810" y="526131"/>
                    <a:pt x="2176545" y="454484"/>
                  </a:cubicBezTo>
                  <a:cubicBezTo>
                    <a:pt x="2111127" y="318458"/>
                    <a:pt x="2068554" y="237465"/>
                    <a:pt x="1989638" y="168933"/>
                  </a:cubicBezTo>
                  <a:cubicBezTo>
                    <a:pt x="1940835" y="126360"/>
                    <a:pt x="1905531" y="98324"/>
                    <a:pt x="1848420" y="67173"/>
                  </a:cubicBezTo>
                  <a:cubicBezTo>
                    <a:pt x="1771581" y="25638"/>
                    <a:pt x="1747698" y="19408"/>
                    <a:pt x="1679166" y="5909"/>
                  </a:cubicBezTo>
                  <a:cubicBezTo>
                    <a:pt x="1622056" y="-5513"/>
                    <a:pt x="1560792" y="717"/>
                    <a:pt x="1508874" y="15254"/>
                  </a:cubicBezTo>
                  <a:cubicBezTo>
                    <a:pt x="1482914" y="22523"/>
                    <a:pt x="1454878" y="29791"/>
                    <a:pt x="1400883" y="79633"/>
                  </a:cubicBezTo>
                  <a:cubicBezTo>
                    <a:pt x="1348965" y="65096"/>
                    <a:pt x="1254473" y="87940"/>
                    <a:pt x="1200478" y="119091"/>
                  </a:cubicBezTo>
                  <a:cubicBezTo>
                    <a:pt x="1107025" y="173086"/>
                    <a:pt x="1049915" y="217736"/>
                    <a:pt x="993843" y="282115"/>
                  </a:cubicBezTo>
                  <a:cubicBezTo>
                    <a:pt x="895198" y="394259"/>
                    <a:pt x="813167" y="538592"/>
                    <a:pt x="787208" y="643467"/>
                  </a:cubicBezTo>
                  <a:cubicBezTo>
                    <a:pt x="767479" y="722383"/>
                    <a:pt x="755019" y="797145"/>
                    <a:pt x="749827" y="868793"/>
                  </a:cubicBezTo>
                  <a:cubicBezTo>
                    <a:pt x="739443" y="1019356"/>
                    <a:pt x="744635" y="1123193"/>
                    <a:pt x="776824" y="1277910"/>
                  </a:cubicBezTo>
                  <a:cubicBezTo>
                    <a:pt x="804860" y="1408744"/>
                    <a:pt x="844318" y="1516734"/>
                    <a:pt x="898313" y="1644454"/>
                  </a:cubicBezTo>
                  <a:cubicBezTo>
                    <a:pt x="940886" y="1746214"/>
                    <a:pt x="996958" y="1816823"/>
                    <a:pt x="1115332" y="1897815"/>
                  </a:cubicBezTo>
                  <a:cubicBezTo>
                    <a:pt x="1047838" y="1829283"/>
                    <a:pt x="1019802" y="1796055"/>
                    <a:pt x="988651" y="1700525"/>
                  </a:cubicBezTo>
                  <a:cubicBezTo>
                    <a:pt x="1033301" y="1801247"/>
                    <a:pt x="1090411" y="1876010"/>
                    <a:pt x="1192172" y="1925851"/>
                  </a:cubicBezTo>
                  <a:cubicBezTo>
                    <a:pt x="1150637" y="1884317"/>
                    <a:pt x="1135061" y="1864588"/>
                    <a:pt x="1130908" y="1840705"/>
                  </a:cubicBezTo>
                  <a:cubicBezTo>
                    <a:pt x="1157905" y="1880163"/>
                    <a:pt x="1204632" y="1906122"/>
                    <a:pt x="1238898" y="1916506"/>
                  </a:cubicBezTo>
                  <a:cubicBezTo>
                    <a:pt x="1213977" y="1884317"/>
                    <a:pt x="1206709" y="1857319"/>
                    <a:pt x="1211900" y="1840705"/>
                  </a:cubicBezTo>
                  <a:cubicBezTo>
                    <a:pt x="1237860" y="1858357"/>
                    <a:pt x="1272126" y="1891585"/>
                    <a:pt x="1316776" y="1891585"/>
                  </a:cubicBezTo>
                  <a:cubicBezTo>
                    <a:pt x="1286663" y="1861472"/>
                    <a:pt x="1276279" y="1820976"/>
                    <a:pt x="1277318" y="1800209"/>
                  </a:cubicBezTo>
                  <a:cubicBezTo>
                    <a:pt x="1277318" y="1800209"/>
                    <a:pt x="1300162" y="1819938"/>
                    <a:pt x="1333390" y="1822015"/>
                  </a:cubicBezTo>
                  <a:cubicBezTo>
                    <a:pt x="1339620" y="1873933"/>
                    <a:pt x="1329236" y="1898854"/>
                    <a:pt x="1315737" y="1926890"/>
                  </a:cubicBezTo>
                  <a:cubicBezTo>
                    <a:pt x="1305354" y="1948695"/>
                    <a:pt x="1277318" y="1975693"/>
                    <a:pt x="1277318" y="1975693"/>
                  </a:cubicBezTo>
                  <a:cubicBezTo>
                    <a:pt x="1254473" y="1959079"/>
                    <a:pt x="1154790" y="2042148"/>
                    <a:pt x="1092488" y="2073300"/>
                  </a:cubicBezTo>
                  <a:cubicBezTo>
                    <a:pt x="1035378" y="2102374"/>
                    <a:pt x="975153" y="2115873"/>
                    <a:pt x="932579" y="2124180"/>
                  </a:cubicBezTo>
                  <a:cubicBezTo>
                    <a:pt x="842242" y="2140794"/>
                    <a:pt x="790323" y="2145985"/>
                    <a:pt x="675064" y="2167791"/>
                  </a:cubicBezTo>
                  <a:cubicBezTo>
                    <a:pt x="593033" y="2183367"/>
                    <a:pt x="549422" y="2192712"/>
                    <a:pt x="489196" y="2255014"/>
                  </a:cubicBezTo>
                  <a:cubicBezTo>
                    <a:pt x="395743" y="2351582"/>
                    <a:pt x="322019" y="2460611"/>
                    <a:pt x="286715" y="2567563"/>
                  </a:cubicBezTo>
                  <a:cubicBezTo>
                    <a:pt x="268024" y="2623635"/>
                    <a:pt x="244141" y="2718126"/>
                    <a:pt x="216105" y="2944490"/>
                  </a:cubicBezTo>
                  <a:cubicBezTo>
                    <a:pt x="201568" y="3056634"/>
                    <a:pt x="181840" y="3158394"/>
                    <a:pt x="169379" y="3462636"/>
                  </a:cubicBezTo>
                  <a:cubicBezTo>
                    <a:pt x="157957" y="3766878"/>
                    <a:pt x="122653" y="4104347"/>
                    <a:pt x="122653" y="4586150"/>
                  </a:cubicBezTo>
                  <a:cubicBezTo>
                    <a:pt x="122653" y="5067953"/>
                    <a:pt x="87348" y="5676436"/>
                    <a:pt x="114345" y="6163431"/>
                  </a:cubicBezTo>
                  <a:cubicBezTo>
                    <a:pt x="143420" y="6181083"/>
                    <a:pt x="170417" y="6193544"/>
                    <a:pt x="195338" y="6202889"/>
                  </a:cubicBezTo>
                  <a:cubicBezTo>
                    <a:pt x="187031" y="6247539"/>
                    <a:pt x="174571" y="6299457"/>
                    <a:pt x="167302" y="6346184"/>
                  </a:cubicBezTo>
                  <a:cubicBezTo>
                    <a:pt x="165226" y="6363836"/>
                    <a:pt x="162110" y="6388757"/>
                    <a:pt x="157957" y="6425100"/>
                  </a:cubicBezTo>
                  <a:cubicBezTo>
                    <a:pt x="155880" y="6444829"/>
                    <a:pt x="147573" y="6469749"/>
                    <a:pt x="147573" y="6493632"/>
                  </a:cubicBezTo>
                  <a:cubicBezTo>
                    <a:pt x="147573" y="6526860"/>
                    <a:pt x="154842" y="6565279"/>
                    <a:pt x="157957" y="6602660"/>
                  </a:cubicBezTo>
                  <a:cubicBezTo>
                    <a:pt x="161072" y="6644195"/>
                    <a:pt x="160034" y="6684692"/>
                    <a:pt x="160034" y="6715843"/>
                  </a:cubicBezTo>
                  <a:cubicBezTo>
                    <a:pt x="160034" y="6767761"/>
                    <a:pt x="168341" y="6798912"/>
                    <a:pt x="170417" y="6824871"/>
                  </a:cubicBezTo>
                  <a:cubicBezTo>
                    <a:pt x="173532" y="6867445"/>
                    <a:pt x="198453" y="6902749"/>
                    <a:pt x="231681" y="6928708"/>
                  </a:cubicBezTo>
                  <a:cubicBezTo>
                    <a:pt x="278408" y="6965051"/>
                    <a:pt x="313712" y="6992048"/>
                    <a:pt x="340710" y="7010739"/>
                  </a:cubicBezTo>
                  <a:cubicBezTo>
                    <a:pt x="315789" y="7166494"/>
                    <a:pt x="287753" y="7319134"/>
                    <a:pt x="281523" y="7474890"/>
                  </a:cubicBezTo>
                  <a:cubicBezTo>
                    <a:pt x="275292" y="7636875"/>
                    <a:pt x="288791" y="7800937"/>
                    <a:pt x="265947" y="7960846"/>
                  </a:cubicBezTo>
                  <a:cubicBezTo>
                    <a:pt x="249333" y="8071951"/>
                    <a:pt x="202607" y="8205901"/>
                    <a:pt x="202607" y="8372039"/>
                  </a:cubicBezTo>
                  <a:cubicBezTo>
                    <a:pt x="248295" y="8377232"/>
                    <a:pt x="301252" y="8387615"/>
                    <a:pt x="356285" y="8399037"/>
                  </a:cubicBezTo>
                  <a:cubicBezTo>
                    <a:pt x="354209" y="8410459"/>
                    <a:pt x="351094" y="8421881"/>
                    <a:pt x="347978" y="8434341"/>
                  </a:cubicBezTo>
                  <a:cubicBezTo>
                    <a:pt x="332403" y="8500797"/>
                    <a:pt x="325134" y="8578675"/>
                    <a:pt x="313712" y="8633708"/>
                  </a:cubicBezTo>
                  <a:cubicBezTo>
                    <a:pt x="297098" y="8716777"/>
                    <a:pt x="283600" y="8793617"/>
                    <a:pt x="264909" y="8865264"/>
                  </a:cubicBezTo>
                  <a:cubicBezTo>
                    <a:pt x="244141" y="8944180"/>
                    <a:pt x="231681" y="8964947"/>
                    <a:pt x="208837" y="9055285"/>
                  </a:cubicBezTo>
                  <a:cubicBezTo>
                    <a:pt x="171456" y="9200657"/>
                    <a:pt x="156919" y="9388601"/>
                    <a:pt x="156919" y="9545395"/>
                  </a:cubicBezTo>
                  <a:cubicBezTo>
                    <a:pt x="156919" y="9719841"/>
                    <a:pt x="170417" y="9879750"/>
                    <a:pt x="191185" y="10036543"/>
                  </a:cubicBezTo>
                  <a:cubicBezTo>
                    <a:pt x="212990" y="10206835"/>
                    <a:pt x="243103" y="10372975"/>
                    <a:pt x="270101" y="10548458"/>
                  </a:cubicBezTo>
                  <a:cubicBezTo>
                    <a:pt x="290868" y="10680331"/>
                    <a:pt x="293983" y="10840240"/>
                    <a:pt x="270101" y="10975228"/>
                  </a:cubicBezTo>
                  <a:cubicBezTo>
                    <a:pt x="236873" y="11170441"/>
                    <a:pt x="216105" y="11202630"/>
                    <a:pt x="147573" y="11368769"/>
                  </a:cubicBezTo>
                  <a:cubicBezTo>
                    <a:pt x="110192" y="11460146"/>
                    <a:pt x="45813" y="11558791"/>
                    <a:pt x="17777" y="11676126"/>
                  </a:cubicBezTo>
                  <a:cubicBezTo>
                    <a:pt x="-1952" y="11759196"/>
                    <a:pt x="-1952" y="11854725"/>
                    <a:pt x="2202" y="11928449"/>
                  </a:cubicBezTo>
                  <a:cubicBezTo>
                    <a:pt x="49967" y="11969984"/>
                    <a:pt x="147573" y="11976214"/>
                    <a:pt x="251410" y="11983483"/>
                  </a:cubicBezTo>
                  <a:cubicBezTo>
                    <a:pt x="405088" y="11995943"/>
                    <a:pt x="598225" y="11959601"/>
                    <a:pt x="630414" y="11886914"/>
                  </a:cubicBezTo>
                  <a:cubicBezTo>
                    <a:pt x="630414" y="11886914"/>
                    <a:pt x="664680" y="11874455"/>
                    <a:pt x="675064" y="11832920"/>
                  </a:cubicBezTo>
                  <a:cubicBezTo>
                    <a:pt x="671949" y="11742581"/>
                    <a:pt x="653259" y="11435225"/>
                    <a:pt x="685448" y="11318928"/>
                  </a:cubicBezTo>
                  <a:cubicBezTo>
                    <a:pt x="724906" y="11175633"/>
                    <a:pt x="779939" y="11100870"/>
                    <a:pt x="789285" y="11049990"/>
                  </a:cubicBezTo>
                  <a:cubicBezTo>
                    <a:pt x="801745" y="10978343"/>
                    <a:pt x="799669" y="10939923"/>
                    <a:pt x="782016" y="10884890"/>
                  </a:cubicBezTo>
                  <a:cubicBezTo>
                    <a:pt x="753980" y="10798705"/>
                    <a:pt x="701023" y="10712521"/>
                    <a:pt x="690640" y="10707329"/>
                  </a:cubicBezTo>
                  <a:cubicBezTo>
                    <a:pt x="676102" y="10540152"/>
                    <a:pt x="715561" y="10380243"/>
                    <a:pt x="757095" y="10246294"/>
                  </a:cubicBezTo>
                  <a:cubicBezTo>
                    <a:pt x="782016" y="10166339"/>
                    <a:pt x="806937" y="10050042"/>
                    <a:pt x="833934" y="9972165"/>
                  </a:cubicBezTo>
                  <a:cubicBezTo>
                    <a:pt x="895198" y="9789412"/>
                    <a:pt x="930503" y="9671038"/>
                    <a:pt x="941925" y="9459211"/>
                  </a:cubicBezTo>
                  <a:cubicBezTo>
                    <a:pt x="954385" y="9232846"/>
                    <a:pt x="963730" y="9146662"/>
                    <a:pt x="990728" y="9000252"/>
                  </a:cubicBezTo>
                  <a:cubicBezTo>
                    <a:pt x="1012534" y="8886032"/>
                    <a:pt x="1024994" y="8791540"/>
                    <a:pt x="1091450" y="8678358"/>
                  </a:cubicBezTo>
                  <a:cubicBezTo>
                    <a:pt x="1143368" y="8589059"/>
                    <a:pt x="1179711" y="8496644"/>
                    <a:pt x="1210862" y="8400076"/>
                  </a:cubicBezTo>
                  <a:cubicBezTo>
                    <a:pt x="1345850" y="8393845"/>
                    <a:pt x="1456955" y="8439533"/>
                    <a:pt x="1618941" y="8476915"/>
                  </a:cubicBezTo>
                  <a:cubicBezTo>
                    <a:pt x="1665667" y="8487298"/>
                    <a:pt x="1919029" y="8484183"/>
                    <a:pt x="1967832" y="8484183"/>
                  </a:cubicBezTo>
                  <a:cubicBezTo>
                    <a:pt x="1986523" y="8484183"/>
                    <a:pt x="2005214" y="8484183"/>
                    <a:pt x="2023904" y="8485222"/>
                  </a:cubicBezTo>
                  <a:cubicBezTo>
                    <a:pt x="2034288" y="8558946"/>
                    <a:pt x="2036364" y="8636823"/>
                    <a:pt x="2023904" y="8734430"/>
                  </a:cubicBezTo>
                  <a:cubicBezTo>
                    <a:pt x="1994830" y="8975332"/>
                    <a:pt x="1964717" y="9100974"/>
                    <a:pt x="1942912" y="9321107"/>
                  </a:cubicBezTo>
                  <a:cubicBezTo>
                    <a:pt x="1923183" y="9510090"/>
                    <a:pt x="1935643" y="9685575"/>
                    <a:pt x="1942912" y="9875596"/>
                  </a:cubicBezTo>
                  <a:cubicBezTo>
                    <a:pt x="1955372" y="10220334"/>
                    <a:pt x="1984446" y="10272253"/>
                    <a:pt x="1928374" y="10609722"/>
                  </a:cubicBezTo>
                  <a:cubicBezTo>
                    <a:pt x="1896185" y="10621145"/>
                    <a:pt x="1855689" y="10722904"/>
                    <a:pt x="1812077" y="10821550"/>
                  </a:cubicBezTo>
                  <a:cubicBezTo>
                    <a:pt x="1765350" y="10930578"/>
                    <a:pt x="1796502" y="11018840"/>
                    <a:pt x="1843228" y="11139290"/>
                  </a:cubicBezTo>
                  <a:cubicBezTo>
                    <a:pt x="1866072" y="11198477"/>
                    <a:pt x="1893070" y="11304391"/>
                    <a:pt x="1906568" y="11412380"/>
                  </a:cubicBezTo>
                  <a:cubicBezTo>
                    <a:pt x="1920068" y="11528678"/>
                    <a:pt x="1903453" y="11814229"/>
                    <a:pt x="1929413" y="11829805"/>
                  </a:cubicBezTo>
                  <a:cubicBezTo>
                    <a:pt x="1927336" y="11853687"/>
                    <a:pt x="1973024" y="11855764"/>
                    <a:pt x="1973024" y="11855764"/>
                  </a:cubicBezTo>
                  <a:cubicBezTo>
                    <a:pt x="2035327" y="11957524"/>
                    <a:pt x="2198350" y="11954409"/>
                    <a:pt x="2340606" y="11935718"/>
                  </a:cubicBezTo>
                  <a:cubicBezTo>
                    <a:pt x="2445482" y="11923258"/>
                    <a:pt x="2521283" y="11908721"/>
                    <a:pt x="2559702" y="11875493"/>
                  </a:cubicBezTo>
                  <a:cubicBezTo>
                    <a:pt x="2564894" y="11783078"/>
                    <a:pt x="2561779" y="11655359"/>
                    <a:pt x="2534781" y="11572289"/>
                  </a:cubicBezTo>
                  <a:cubicBezTo>
                    <a:pt x="2503630" y="11473645"/>
                    <a:pt x="2474556" y="11447685"/>
                    <a:pt x="2447558" y="11390575"/>
                  </a:cubicBezTo>
                  <a:cubicBezTo>
                    <a:pt x="2412254" y="11314774"/>
                    <a:pt x="2380065" y="11213014"/>
                    <a:pt x="2347875" y="11106062"/>
                  </a:cubicBezTo>
                  <a:cubicBezTo>
                    <a:pt x="2333338" y="11060374"/>
                    <a:pt x="2286611" y="10998072"/>
                    <a:pt x="2319839" y="10919156"/>
                  </a:cubicBezTo>
                  <a:cubicBezTo>
                    <a:pt x="2347875" y="10854777"/>
                    <a:pt x="2331261" y="10790398"/>
                    <a:pt x="2330223" y="10729135"/>
                  </a:cubicBezTo>
                  <a:cubicBezTo>
                    <a:pt x="2328146" y="10649180"/>
                    <a:pt x="2338530" y="10573380"/>
                    <a:pt x="2371758" y="10495502"/>
                  </a:cubicBezTo>
                  <a:cubicBezTo>
                    <a:pt x="2442367" y="10330401"/>
                    <a:pt x="2511937" y="10129996"/>
                    <a:pt x="2551395" y="9953474"/>
                  </a:cubicBezTo>
                  <a:cubicBezTo>
                    <a:pt x="2571124" y="9862097"/>
                    <a:pt x="2595007" y="9782143"/>
                    <a:pt x="2619927" y="9689728"/>
                  </a:cubicBezTo>
                  <a:cubicBezTo>
                    <a:pt x="2645887" y="9594199"/>
                    <a:pt x="2670807" y="9450903"/>
                    <a:pt x="2684307" y="9357451"/>
                  </a:cubicBezTo>
                  <a:cubicBezTo>
                    <a:pt x="2709227" y="9187158"/>
                    <a:pt x="2722726" y="9097859"/>
                    <a:pt x="2728956" y="8910952"/>
                  </a:cubicBezTo>
                  <a:cubicBezTo>
                    <a:pt x="2736225" y="8681473"/>
                    <a:pt x="2714419" y="8650322"/>
                    <a:pt x="2714419" y="8514296"/>
                  </a:cubicBezTo>
                  <a:cubicBezTo>
                    <a:pt x="2714419" y="8466531"/>
                    <a:pt x="2717534" y="8415650"/>
                    <a:pt x="2720649" y="8363732"/>
                  </a:cubicBezTo>
                  <a:cubicBezTo>
                    <a:pt x="2726879" y="8361656"/>
                    <a:pt x="2734148" y="8358541"/>
                    <a:pt x="2740378" y="8356464"/>
                  </a:cubicBezTo>
                  <a:cubicBezTo>
                    <a:pt x="2832793" y="8322198"/>
                    <a:pt x="2981280" y="8377232"/>
                    <a:pt x="3068502" y="8333620"/>
                  </a:cubicBezTo>
                  <a:cubicBezTo>
                    <a:pt x="3099654" y="8111410"/>
                    <a:pt x="3088232" y="7973307"/>
                    <a:pt x="3088232" y="7751096"/>
                  </a:cubicBezTo>
                  <a:cubicBezTo>
                    <a:pt x="3088232" y="7372091"/>
                    <a:pt x="3068502" y="6988933"/>
                    <a:pt x="3068502" y="6608891"/>
                  </a:cubicBezTo>
                  <a:cubicBezTo>
                    <a:pt x="3063310" y="6470788"/>
                    <a:pt x="3026968" y="6275575"/>
                    <a:pt x="3026968" y="6085554"/>
                  </a:cubicBezTo>
                  <a:cubicBezTo>
                    <a:pt x="3068502" y="6079323"/>
                    <a:pt x="3110037" y="6074131"/>
                    <a:pt x="3110037" y="6074131"/>
                  </a:cubicBezTo>
                  <a:cubicBezTo>
                    <a:pt x="3103807" y="5901762"/>
                    <a:pt x="3067464" y="5804156"/>
                    <a:pt x="3051888" y="5721086"/>
                  </a:cubicBezTo>
                  <a:cubicBezTo>
                    <a:pt x="2972973" y="5276665"/>
                    <a:pt x="2890942" y="5078337"/>
                    <a:pt x="2890942" y="5078337"/>
                  </a:cubicBezTo>
                  <a:cubicBezTo>
                    <a:pt x="2969858" y="5119871"/>
                    <a:pt x="3050850" y="5125063"/>
                    <a:pt x="3102769" y="5085605"/>
                  </a:cubicBezTo>
                  <a:cubicBezTo>
                    <a:pt x="3125613" y="5067953"/>
                    <a:pt x="3166109" y="5046147"/>
                    <a:pt x="3183761" y="5011881"/>
                  </a:cubicBezTo>
                  <a:cubicBezTo>
                    <a:pt x="3198298" y="4983845"/>
                    <a:pt x="3214913" y="4951656"/>
                    <a:pt x="3231526" y="4918428"/>
                  </a:cubicBezTo>
                  <a:cubicBezTo>
                    <a:pt x="3301097" y="4923620"/>
                    <a:pt x="3293828" y="5032648"/>
                    <a:pt x="3357169" y="4973461"/>
                  </a:cubicBezTo>
                  <a:cubicBezTo>
                    <a:pt x="3402857" y="4929850"/>
                    <a:pt x="3446468" y="4761634"/>
                    <a:pt x="3468274" y="4703486"/>
                  </a:cubicBezTo>
                  <a:cubicBezTo>
                    <a:pt x="3497348" y="4624570"/>
                    <a:pt x="3506694" y="4566421"/>
                    <a:pt x="3531614" y="4489582"/>
                  </a:cubicBezTo>
                  <a:cubicBezTo>
                    <a:pt x="3561727" y="4399244"/>
                    <a:pt x="3620914" y="4253872"/>
                    <a:pt x="3626106" y="4157304"/>
                  </a:cubicBezTo>
                  <a:cubicBezTo>
                    <a:pt x="3634413" y="4009856"/>
                    <a:pt x="3630260" y="3956899"/>
                    <a:pt x="3586648" y="3841640"/>
                  </a:cubicBezTo>
                  <a:cubicBezTo>
                    <a:pt x="3580418" y="3814643"/>
                    <a:pt x="3573149" y="3786607"/>
                    <a:pt x="3562766" y="3755456"/>
                  </a:cubicBezTo>
                  <a:close/>
                  <a:moveTo>
                    <a:pt x="617954" y="4981768"/>
                  </a:moveTo>
                  <a:cubicBezTo>
                    <a:pt x="608609" y="5134409"/>
                    <a:pt x="587841" y="5263166"/>
                    <a:pt x="569151" y="5460456"/>
                  </a:cubicBezTo>
                  <a:cubicBezTo>
                    <a:pt x="549422" y="5657746"/>
                    <a:pt x="528654" y="5850882"/>
                    <a:pt x="528654" y="5850882"/>
                  </a:cubicBezTo>
                  <a:cubicBezTo>
                    <a:pt x="523463" y="5775081"/>
                    <a:pt x="514117" y="5735623"/>
                    <a:pt x="514117" y="5681628"/>
                  </a:cubicBezTo>
                  <a:cubicBezTo>
                    <a:pt x="514117" y="5607904"/>
                    <a:pt x="518271" y="5553909"/>
                    <a:pt x="525539" y="5479147"/>
                  </a:cubicBezTo>
                  <a:cubicBezTo>
                    <a:pt x="532808" y="5397116"/>
                    <a:pt x="544230" y="5304701"/>
                    <a:pt x="552537" y="5221632"/>
                  </a:cubicBezTo>
                  <a:cubicBezTo>
                    <a:pt x="567074" y="5075221"/>
                    <a:pt x="564997" y="5001497"/>
                    <a:pt x="572266" y="4888315"/>
                  </a:cubicBezTo>
                  <a:cubicBezTo>
                    <a:pt x="578496" y="4800054"/>
                    <a:pt x="600302" y="4665066"/>
                    <a:pt x="642875" y="4534232"/>
                  </a:cubicBezTo>
                  <a:cubicBezTo>
                    <a:pt x="642875" y="4534232"/>
                    <a:pt x="628338" y="4830167"/>
                    <a:pt x="618992" y="4982807"/>
                  </a:cubicBezTo>
                  <a:close/>
                  <a:moveTo>
                    <a:pt x="3122497" y="4173918"/>
                  </a:moveTo>
                  <a:cubicBezTo>
                    <a:pt x="3107960" y="4218568"/>
                    <a:pt x="3096538" y="4280870"/>
                    <a:pt x="3083039" y="4346287"/>
                  </a:cubicBezTo>
                  <a:cubicBezTo>
                    <a:pt x="3067464" y="4426241"/>
                    <a:pt x="2958436" y="4563306"/>
                    <a:pt x="3002047" y="4599649"/>
                  </a:cubicBezTo>
                  <a:cubicBezTo>
                    <a:pt x="2989586" y="4626646"/>
                    <a:pt x="2977126" y="4660913"/>
                    <a:pt x="2958436" y="4685833"/>
                  </a:cubicBezTo>
                  <a:cubicBezTo>
                    <a:pt x="2939745" y="4710754"/>
                    <a:pt x="2930399" y="4712831"/>
                    <a:pt x="2907555" y="4713869"/>
                  </a:cubicBezTo>
                  <a:cubicBezTo>
                    <a:pt x="2883673" y="4715946"/>
                    <a:pt x="2843177" y="4677527"/>
                    <a:pt x="2809949" y="4647414"/>
                  </a:cubicBezTo>
                  <a:cubicBezTo>
                    <a:pt x="2792296" y="4631838"/>
                    <a:pt x="2779836" y="4619378"/>
                    <a:pt x="2764261" y="4607956"/>
                  </a:cubicBezTo>
                  <a:cubicBezTo>
                    <a:pt x="2742455" y="4591342"/>
                    <a:pt x="2724803" y="4575767"/>
                    <a:pt x="2702997" y="4591342"/>
                  </a:cubicBezTo>
                  <a:cubicBezTo>
                    <a:pt x="2692613" y="4458431"/>
                    <a:pt x="2678076" y="4418973"/>
                    <a:pt x="2685344" y="4342134"/>
                  </a:cubicBezTo>
                  <a:cubicBezTo>
                    <a:pt x="2689498" y="4299561"/>
                    <a:pt x="2685344" y="4256988"/>
                    <a:pt x="2680153" y="4214415"/>
                  </a:cubicBezTo>
                  <a:cubicBezTo>
                    <a:pt x="2675999" y="4179110"/>
                    <a:pt x="2672884" y="4159381"/>
                    <a:pt x="2667692" y="4117846"/>
                  </a:cubicBezTo>
                  <a:cubicBezTo>
                    <a:pt x="2663539" y="4080465"/>
                    <a:pt x="2656270" y="4056582"/>
                    <a:pt x="2653155" y="4014009"/>
                  </a:cubicBezTo>
                  <a:cubicBezTo>
                    <a:pt x="2649002" y="3960014"/>
                    <a:pt x="2649002" y="3917441"/>
                    <a:pt x="2644848" y="3867600"/>
                  </a:cubicBezTo>
                  <a:cubicBezTo>
                    <a:pt x="2641733" y="3822950"/>
                    <a:pt x="2644848" y="3769993"/>
                    <a:pt x="2657309" y="3728458"/>
                  </a:cubicBezTo>
                  <a:cubicBezTo>
                    <a:pt x="2672884" y="3676540"/>
                    <a:pt x="2690537" y="3648504"/>
                    <a:pt x="2700920" y="3601777"/>
                  </a:cubicBezTo>
                  <a:cubicBezTo>
                    <a:pt x="2716496" y="3530130"/>
                    <a:pt x="2716496" y="3503132"/>
                    <a:pt x="2724803" y="3462636"/>
                  </a:cubicBezTo>
                  <a:cubicBezTo>
                    <a:pt x="2736225" y="3406564"/>
                    <a:pt x="2733109" y="3338032"/>
                    <a:pt x="2752838" y="3276768"/>
                  </a:cubicBezTo>
                  <a:cubicBezTo>
                    <a:pt x="2812025" y="3370221"/>
                    <a:pt x="2881596" y="3497940"/>
                    <a:pt x="2975049" y="3631890"/>
                  </a:cubicBezTo>
                  <a:cubicBezTo>
                    <a:pt x="3009315" y="3680693"/>
                    <a:pt x="3044620" y="3737804"/>
                    <a:pt x="3068502" y="3789722"/>
                  </a:cubicBezTo>
                  <a:cubicBezTo>
                    <a:pt x="3090308" y="3837487"/>
                    <a:pt x="3112114" y="3882137"/>
                    <a:pt x="3127689" y="3929901"/>
                  </a:cubicBezTo>
                  <a:cubicBezTo>
                    <a:pt x="3140150" y="3968321"/>
                    <a:pt x="3149495" y="3992204"/>
                    <a:pt x="3149495" y="4036853"/>
                  </a:cubicBezTo>
                  <a:cubicBezTo>
                    <a:pt x="3149495" y="4086695"/>
                    <a:pt x="3144304" y="4103309"/>
                    <a:pt x="3122497" y="4172880"/>
                  </a:cubicBezTo>
                  <a:close/>
                </a:path>
              </a:pathLst>
            </a:custGeom>
            <a:solidFill>
              <a:srgbClr val="8DE971"/>
            </a:soli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12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67B1E14D-0101-4E62-D567-9C2E29A03228}"/>
                </a:ext>
              </a:extLst>
            </p:cNvPr>
            <p:cNvGrpSpPr/>
            <p:nvPr userDrawn="1"/>
          </p:nvGrpSpPr>
          <p:grpSpPr>
            <a:xfrm>
              <a:off x="18922683" y="13377048"/>
              <a:ext cx="2148810" cy="6786546"/>
              <a:chOff x="8874882" y="13377048"/>
              <a:chExt cx="2148810" cy="6786546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D3D77B43-5CF1-E75A-7EFE-2B475AB95A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49287" y="14040469"/>
                <a:ext cx="0" cy="6123125"/>
              </a:xfrm>
              <a:prstGeom prst="line">
                <a:avLst/>
              </a:prstGeom>
              <a:ln w="63500">
                <a:solidFill>
                  <a:schemeClr val="accent5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B397C464-1E72-4D90-C07E-C9674C512C26}"/>
                  </a:ext>
                </a:extLst>
              </p:cNvPr>
              <p:cNvSpPr txBox="1"/>
              <p:nvPr/>
            </p:nvSpPr>
            <p:spPr>
              <a:xfrm>
                <a:off x="8874882" y="13377048"/>
                <a:ext cx="2148810" cy="197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79">
                    <a:latin typeface="Segoe Sans Display Semibold" pitchFamily="2" charset="0"/>
                    <a:cs typeface="Segoe Sans Display Semibold" pitchFamily="2" charset="0"/>
                  </a:rPr>
                  <a:t>5 ft 5 inch</a:t>
                </a:r>
              </a:p>
            </p:txBody>
          </p: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5184805-AACA-9D85-EE01-9ED57E54B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43676" y="14006286"/>
                <a:ext cx="411223" cy="0"/>
              </a:xfrm>
              <a:prstGeom prst="line">
                <a:avLst/>
              </a:prstGeom>
              <a:ln w="63500">
                <a:solidFill>
                  <a:schemeClr val="accent5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7" name="Center Screen Safe Space" hidden="1">
            <a:extLst>
              <a:ext uri="{FF2B5EF4-FFF2-40B4-BE49-F238E27FC236}">
                <a16:creationId xmlns:a16="http://schemas.microsoft.com/office/drawing/2014/main" id="{67596BE9-13BB-4C52-3013-CF87F6D422B5}"/>
              </a:ext>
            </a:extLst>
          </p:cNvPr>
          <p:cNvGrpSpPr/>
          <p:nvPr userDrawn="1"/>
        </p:nvGrpSpPr>
        <p:grpSpPr>
          <a:xfrm>
            <a:off x="0" y="0"/>
            <a:ext cx="12230100" cy="12230100"/>
            <a:chOff x="-1" y="0"/>
            <a:chExt cx="43891201" cy="20116800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A7EA45B-D5D2-9FBC-7491-6FFF4C6141FC}"/>
                </a:ext>
              </a:extLst>
            </p:cNvPr>
            <p:cNvSpPr/>
            <p:nvPr userDrawn="1"/>
          </p:nvSpPr>
          <p:spPr bwMode="auto">
            <a:xfrm>
              <a:off x="0" y="0"/>
              <a:ext cx="4076700" cy="20116800"/>
            </a:xfrm>
            <a:prstGeom prst="rect">
              <a:avLst/>
            </a:prstGeom>
            <a:pattFill prst="ltDnDiag">
              <a:fgClr>
                <a:schemeClr val="bg1">
                  <a:lumMod val="75000"/>
                  <a:lumOff val="25000"/>
                </a:schemeClr>
              </a:fgClr>
              <a:bgClr>
                <a:schemeClr val="bg1">
                  <a:lumMod val="90000"/>
                  <a:lumOff val="10000"/>
                </a:schemeClr>
              </a:bgClr>
            </a:patt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259780" fontAlgn="base">
                <a:spcBef>
                  <a:spcPct val="0"/>
                </a:spcBef>
                <a:spcAft>
                  <a:spcPct val="0"/>
                </a:spcAft>
              </a:pPr>
              <a:endParaRPr lang="en-US" sz="558" err="1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573AD2A-6E0E-A2CE-9A7E-AABFDFABAC1C}"/>
                </a:ext>
              </a:extLst>
            </p:cNvPr>
            <p:cNvSpPr/>
            <p:nvPr userDrawn="1"/>
          </p:nvSpPr>
          <p:spPr bwMode="auto">
            <a:xfrm>
              <a:off x="39814500" y="0"/>
              <a:ext cx="4076700" cy="20116800"/>
            </a:xfrm>
            <a:prstGeom prst="rect">
              <a:avLst/>
            </a:prstGeom>
            <a:pattFill prst="ltDnDiag">
              <a:fgClr>
                <a:schemeClr val="bg1">
                  <a:lumMod val="75000"/>
                  <a:lumOff val="25000"/>
                </a:schemeClr>
              </a:fgClr>
              <a:bgClr>
                <a:schemeClr val="bg1">
                  <a:lumMod val="90000"/>
                  <a:lumOff val="10000"/>
                </a:schemeClr>
              </a:bgClr>
            </a:patt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259780" fontAlgn="base">
                <a:spcBef>
                  <a:spcPct val="0"/>
                </a:spcBef>
                <a:spcAft>
                  <a:spcPct val="0"/>
                </a:spcAft>
              </a:pPr>
              <a:endParaRPr lang="en-US" sz="558" err="1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0199AB4-2A7D-D52E-8352-BE8830FA33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76700" y="0"/>
              <a:ext cx="0" cy="20116800"/>
            </a:xfrm>
            <a:prstGeom prst="line">
              <a:avLst/>
            </a:prstGeom>
            <a:ln w="50800">
              <a:solidFill>
                <a:srgbClr val="8DE971"/>
              </a:solidFill>
              <a:prstDash val="dash"/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417723F-F34B-A222-B18F-11593EDE91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14500" y="0"/>
              <a:ext cx="0" cy="20116800"/>
            </a:xfrm>
            <a:prstGeom prst="line">
              <a:avLst/>
            </a:prstGeom>
            <a:ln w="50800">
              <a:solidFill>
                <a:srgbClr val="8DE971"/>
              </a:solidFill>
              <a:prstDash val="dash"/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66D465A-2D6D-BAD4-CE2C-B64A75123154}"/>
                </a:ext>
              </a:extLst>
            </p:cNvPr>
            <p:cNvSpPr txBox="1"/>
            <p:nvPr userDrawn="1"/>
          </p:nvSpPr>
          <p:spPr>
            <a:xfrm>
              <a:off x="-1" y="8396410"/>
              <a:ext cx="4076699" cy="15234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CENTER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SCREEN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SAFE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>SPACE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04B42A27-0685-AD1E-64AC-525A79D24820}"/>
                </a:ext>
              </a:extLst>
            </p:cNvPr>
            <p:cNvSpPr txBox="1"/>
            <p:nvPr userDrawn="1"/>
          </p:nvSpPr>
          <p:spPr>
            <a:xfrm>
              <a:off x="39814501" y="8396410"/>
              <a:ext cx="4076699" cy="15234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CENTER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SCREEN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 xml:space="preserve">SAFE </a:t>
              </a:r>
              <a:br>
                <a:rPr lang="en-US" sz="1505">
                  <a:latin typeface="Segoe Sans Display Semibold" pitchFamily="2" charset="0"/>
                  <a:cs typeface="Segoe Sans Display Semibold" pitchFamily="2" charset="0"/>
                </a:rPr>
              </a:br>
              <a:r>
                <a:rPr lang="en-US" sz="1505">
                  <a:latin typeface="Segoe Sans Display Semibold" pitchFamily="2" charset="0"/>
                  <a:cs typeface="Segoe Sans Display Semibold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106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ransition>
    <p:fade/>
  </p:transition>
  <p:hf sldNum="0" hdr="0" ftr="0" dt="0"/>
  <p:txStyles>
    <p:titleStyle>
      <a:lvl1pPr algn="l" defTabSz="762843" rtl="0" eaLnBrk="1" latinLnBrk="0" hangingPunct="1">
        <a:lnSpc>
          <a:spcPct val="100000"/>
        </a:lnSpc>
        <a:spcBef>
          <a:spcPct val="0"/>
        </a:spcBef>
        <a:buNone/>
        <a:defRPr lang="en-US" sz="2945" b="0" kern="1200" cap="none" spc="-41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86961" marR="0" indent="-186961" algn="l" defTabSz="76284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9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373921" marR="0" indent="-186961" algn="l" defTabSz="76284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36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37513" marR="0" indent="-163590" algn="l" defTabSz="76284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09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689418" marR="0" indent="-148010" algn="l" defTabSz="76284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145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837428" marR="0" indent="-137623" algn="l" defTabSz="76284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145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097820" indent="-190712" algn="l" defTabSz="762843" rtl="0" eaLnBrk="1" latinLnBrk="0" hangingPunct="1">
        <a:spcBef>
          <a:spcPct val="20000"/>
        </a:spcBef>
        <a:buFont typeface="Arial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6pPr>
      <a:lvl7pPr marL="2479242" indent="-190712" algn="l" defTabSz="762843" rtl="0" eaLnBrk="1" latinLnBrk="0" hangingPunct="1">
        <a:spcBef>
          <a:spcPct val="20000"/>
        </a:spcBef>
        <a:buFont typeface="Arial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7pPr>
      <a:lvl8pPr marL="2860665" indent="-190712" algn="l" defTabSz="762843" rtl="0" eaLnBrk="1" latinLnBrk="0" hangingPunct="1">
        <a:spcBef>
          <a:spcPct val="20000"/>
        </a:spcBef>
        <a:buFont typeface="Arial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8pPr>
      <a:lvl9pPr marL="3242088" indent="-190712" algn="l" defTabSz="762843" rtl="0" eaLnBrk="1" latinLnBrk="0" hangingPunct="1">
        <a:spcBef>
          <a:spcPct val="20000"/>
        </a:spcBef>
        <a:buFont typeface="Arial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1pPr>
      <a:lvl2pPr marL="381422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2pPr>
      <a:lvl3pPr marL="762843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3pPr>
      <a:lvl4pPr marL="1144265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525688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1907111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288532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669954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3051377" algn="l" defTabSz="762843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324" userDrawn="1">
          <p15:clr>
            <a:srgbClr val="C35EA4"/>
          </p15:clr>
        </p15:guide>
        <p15:guide id="17" pos="26288" userDrawn="1">
          <p15:clr>
            <a:srgbClr val="C35EA4"/>
          </p15:clr>
        </p15:guide>
        <p15:guide id="25" orient="horz" pos="1080" userDrawn="1">
          <p15:clr>
            <a:srgbClr val="C35EA4"/>
          </p15:clr>
        </p15:guide>
        <p15:guide id="26" orient="horz" pos="11566" userDrawn="1">
          <p15:clr>
            <a:srgbClr val="C35EA4"/>
          </p15:clr>
        </p15:guide>
        <p15:guide id="27" orient="horz" pos="540" userDrawn="1">
          <p15:clr>
            <a:srgbClr val="A4A3A4"/>
          </p15:clr>
        </p15:guide>
        <p15:guide id="28" pos="664" userDrawn="1">
          <p15:clr>
            <a:srgbClr val="A4A3A4"/>
          </p15:clr>
        </p15:guide>
        <p15:guide id="29" orient="horz" pos="12111" userDrawn="1">
          <p15:clr>
            <a:srgbClr val="A4A3A4"/>
          </p15:clr>
        </p15:guide>
        <p15:guide id="30" pos="26940" userDrawn="1">
          <p15:clr>
            <a:srgbClr val="A4A3A4"/>
          </p15:clr>
        </p15:guide>
        <p15:guide id="31" orient="horz" pos="11739" userDrawn="1">
          <p15:clr>
            <a:srgbClr val="F26B43"/>
          </p15:clr>
        </p15:guide>
        <p15:guide id="32" pos="2565" userDrawn="1">
          <p15:clr>
            <a:srgbClr val="9FCC3B"/>
          </p15:clr>
        </p15:guide>
        <p15:guide id="33" pos="25039" userDrawn="1">
          <p15:clr>
            <a:srgbClr val="9FCC3B"/>
          </p15:clr>
        </p15:guide>
        <p15:guide id="34" pos="23961" userDrawn="1">
          <p15:clr>
            <a:srgbClr val="C35EA4"/>
          </p15:clr>
        </p15:guide>
        <p15:guide id="35" pos="24513" userDrawn="1">
          <p15:clr>
            <a:srgbClr val="A4A3A4"/>
          </p15:clr>
        </p15:guide>
        <p15:guide id="36" pos="3643" userDrawn="1">
          <p15:clr>
            <a:srgbClr val="C35EA4"/>
          </p15:clr>
        </p15:guide>
        <p15:guide id="37" pos="3093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67AF-0926-DCE7-B7F9-13E4F00A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5670E3-BEDF-1521-3D32-34630B59CB1F}"/>
              </a:ext>
            </a:extLst>
          </p:cNvPr>
          <p:cNvSpPr/>
          <p:nvPr/>
        </p:nvSpPr>
        <p:spPr bwMode="auto">
          <a:xfrm>
            <a:off x="454089" y="2026270"/>
            <a:ext cx="4917022" cy="8142378"/>
          </a:xfrm>
          <a:prstGeom prst="roundRect">
            <a:avLst>
              <a:gd name="adj" fmla="val 5600"/>
            </a:avLst>
          </a:prstGeom>
          <a:noFill/>
          <a:ln w="38100">
            <a:solidFill>
              <a:schemeClr val="tx1">
                <a:lumMod val="65000"/>
              </a:schemeClr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738" tIns="146190" rIns="182738" bIns="14619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1726" fontAlgn="base">
              <a:spcBef>
                <a:spcPct val="0"/>
              </a:spcBef>
              <a:spcAft>
                <a:spcPct val="0"/>
              </a:spcAft>
            </a:pPr>
            <a:endParaRPr lang="en-AU" sz="1998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B2274C8-2B1F-CB64-1EB7-2565A6A9C3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393221" y="6490911"/>
            <a:ext cx="2648451" cy="264845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D76F52C-5BB9-74BD-8557-EDB2E0B58B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30913" y="-417230"/>
            <a:ext cx="10360551" cy="1845120"/>
          </a:xfrm>
        </p:spPr>
        <p:txBody>
          <a:bodyPr/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sz="5995"/>
            </a:br>
            <a:r>
              <a:rPr lang="en-US" sz="5995" spc="-48">
                <a:gradFill>
                  <a:gsLst>
                    <a:gs pos="0">
                      <a:srgbClr val="D59ED7"/>
                    </a:gs>
                    <a:gs pos="68000">
                      <a:srgbClr val="8DC8E8"/>
                    </a:gs>
                  </a:gsLst>
                  <a:lin ang="10800000" scaled="1"/>
                </a:gradFill>
              </a:rPr>
              <a:t>Prompt of the Week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67DDD3-283E-87CC-93F7-04C2E3112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089" y="304335"/>
            <a:ext cx="1170570" cy="11705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33487E-96F4-2070-AC12-37005A6824B6}"/>
              </a:ext>
            </a:extLst>
          </p:cNvPr>
          <p:cNvSpPr txBox="1"/>
          <p:nvPr/>
        </p:nvSpPr>
        <p:spPr>
          <a:xfrm>
            <a:off x="746397" y="4313332"/>
            <a:ext cx="4338224" cy="5411931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23589">
              <a:spcBef>
                <a:spcPts val="134"/>
              </a:spcBef>
            </a:pPr>
            <a:r>
              <a:rPr lang="en-AU" sz="3197" i="1" dirty="0">
                <a:solidFill>
                  <a:srgbClr val="FFFFFF"/>
                </a:solidFill>
                <a:latin typeface="-apple-system"/>
              </a:rPr>
              <a:t>Your role is to help the user create Copilot agents. You will need to propose a name for the agent in line with the user's expectations, provide a description of the agent (simple and concise description), write instructions for the agent..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4035271E-76FC-DF5C-CD0F-4D7F0FE27258}"/>
              </a:ext>
            </a:extLst>
          </p:cNvPr>
          <p:cNvSpPr txBox="1"/>
          <p:nvPr/>
        </p:nvSpPr>
        <p:spPr>
          <a:xfrm>
            <a:off x="8810190" y="9337528"/>
            <a:ext cx="2672083" cy="107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55162">
              <a:lnSpc>
                <a:spcPct val="71934"/>
              </a:lnSpc>
              <a:spcAft>
                <a:spcPts val="299"/>
              </a:spcAft>
            </a:pPr>
            <a:endParaRPr lang="en-US" sz="936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EB81989-E02B-9EAE-D89B-0515929FE7D7}"/>
              </a:ext>
            </a:extLst>
          </p:cNvPr>
          <p:cNvSpPr txBox="1"/>
          <p:nvPr/>
        </p:nvSpPr>
        <p:spPr>
          <a:xfrm>
            <a:off x="663265" y="2285680"/>
            <a:ext cx="4569679" cy="676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11481">
              <a:lnSpc>
                <a:spcPct val="100116"/>
              </a:lnSpc>
              <a:defRPr/>
            </a:pPr>
            <a:r>
              <a:rPr lang="en-AU" sz="4396">
                <a:solidFill>
                  <a:srgbClr val="FFFFFF"/>
                </a:solidFill>
                <a:latin typeface="-apple-system"/>
              </a:rPr>
              <a:t>🚀</a:t>
            </a:r>
            <a:r>
              <a:rPr lang="en-AU" sz="4396" i="1">
                <a:solidFill>
                  <a:srgbClr val="FFFFFF"/>
                </a:solidFill>
                <a:latin typeface="-apple-system"/>
              </a:rPr>
              <a:t xml:space="preserve"> </a:t>
            </a:r>
            <a:r>
              <a:rPr lang="en-US" sz="4396" spc="-48">
                <a:ln w="3175">
                  <a:noFill/>
                </a:ln>
                <a:gradFill>
                  <a:gsLst>
                    <a:gs pos="0">
                      <a:srgbClr val="D59ED7"/>
                    </a:gs>
                    <a:gs pos="68000">
                      <a:srgbClr val="8DC8E8"/>
                    </a:gs>
                  </a:gsLst>
                  <a:lin ang="10800000" scaled="1"/>
                </a:gradFill>
                <a:latin typeface="Segoe UI Semibold"/>
                <a:cs typeface="Segoe UI" pitchFamily="34" charset="0"/>
              </a:rPr>
              <a:t xml:space="preserve">Creator Agent  </a:t>
            </a:r>
            <a:endParaRPr lang="en-US" sz="4396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FEC6077-F6E9-8996-1D4A-AED6D6D82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6000"/>
                    </a14:imgEffect>
                    <a14:imgEffect>
                      <a14:brightnessContrast bright="2000" contras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53" t="2052" r="12358" b="1093"/>
          <a:stretch/>
        </p:blipFill>
        <p:spPr>
          <a:xfrm>
            <a:off x="5660227" y="2509592"/>
            <a:ext cx="6246328" cy="7659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dist="18000" dir="504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9DB535C5-A045-6FD3-4F68-F2172F06DE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660227" y="2025552"/>
            <a:ext cx="6246328" cy="838584"/>
          </a:xfrm>
          <a:prstGeom prst="roundRect">
            <a:avLst>
              <a:gd name="adj" fmla="val 36259"/>
            </a:avLst>
          </a:prstGeom>
          <a:solidFill>
            <a:srgbClr val="091F2C"/>
          </a:solidFill>
          <a:ln w="63897" cap="flat">
            <a:gradFill flip="none" rotWithShape="1">
              <a:gsLst>
                <a:gs pos="0">
                  <a:srgbClr val="D59ED7"/>
                </a:gs>
                <a:gs pos="100000">
                  <a:srgbClr val="8DC8E8"/>
                </a:gs>
              </a:gsLst>
              <a:lin ang="2700000" scaled="1"/>
            </a:gradFill>
            <a:prstDash val="solid"/>
            <a:miter/>
          </a:ln>
          <a:effectLst>
            <a:outerShdw blurRad="63500" dist="63499" sx="90172" sy="90172" algn="tl" rotWithShape="0">
              <a:srgbClr val="454142">
                <a:alpha val="0"/>
              </a:srgbClr>
            </a:outerShdw>
          </a:effectLst>
        </p:spPr>
        <p:txBody>
          <a:bodyPr rot="0" spcFirstLastPara="0" vertOverflow="overflow" horzOverflow="overflow" vert="horz" wrap="square" lIns="91726" tIns="12230" rIns="91726" bIns="3669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1518"/>
            <a:r>
              <a:rPr lang="en-AU" sz="4000" b="1">
                <a:solidFill>
                  <a:srgbClr val="FFFFFF"/>
                </a:solidFill>
                <a:latin typeface="-apple-system"/>
              </a:rPr>
              <a:t xml:space="preserve">Cyprien </a:t>
            </a:r>
            <a:r>
              <a:rPr lang="en-AU" sz="4000" b="1" err="1">
                <a:solidFill>
                  <a:srgbClr val="FFFFFF"/>
                </a:solidFill>
                <a:latin typeface="-apple-system"/>
              </a:rPr>
              <a:t>Maloeuvre</a:t>
            </a:r>
            <a:endParaRPr lang="en-AU" sz="4000" b="1">
              <a:solidFill>
                <a:srgbClr val="FFFFFF"/>
              </a:solidFill>
              <a:latin typeface="-apple-system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33DC3CDC-7AC2-4E6B-9072-CAA44AD32126}"/>
              </a:ext>
            </a:extLst>
          </p:cNvPr>
          <p:cNvSpPr txBox="1"/>
          <p:nvPr/>
        </p:nvSpPr>
        <p:spPr>
          <a:xfrm>
            <a:off x="6252335" y="10550378"/>
            <a:ext cx="6139129" cy="1107996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1481">
              <a:lnSpc>
                <a:spcPct val="100116"/>
              </a:lnSpc>
              <a:defRPr/>
            </a:pPr>
            <a:r>
              <a:rPr lang="en-US" sz="7200">
                <a:solidFill>
                  <a:srgbClr val="36528B"/>
                </a:solidFill>
                <a:latin typeface="Code Pro"/>
              </a:rPr>
              <a:t>🚀</a:t>
            </a:r>
            <a:r>
              <a:rPr lang="en-US" sz="7200" spc="-48">
                <a:ln w="3175">
                  <a:noFill/>
                </a:ln>
                <a:gradFill>
                  <a:gsLst>
                    <a:gs pos="0">
                      <a:srgbClr val="D59ED7"/>
                    </a:gs>
                    <a:gs pos="68000">
                      <a:srgbClr val="8DC8E8"/>
                    </a:gs>
                  </a:gsLst>
                  <a:lin ang="10800000" scaled="1"/>
                </a:gradFill>
                <a:latin typeface="Cooper Black" panose="0208090404030B020404" pitchFamily="18" charset="0"/>
                <a:cs typeface="Segoe UI" pitchFamily="34" charset="0"/>
              </a:rPr>
              <a:t>Kudos</a:t>
            </a:r>
            <a:r>
              <a:rPr lang="en-US" sz="7200">
                <a:solidFill>
                  <a:srgbClr val="36528B"/>
                </a:solidFill>
                <a:latin typeface="Code Pro"/>
              </a:rPr>
              <a:t>🎉</a:t>
            </a:r>
            <a:endParaRPr lang="en-US" sz="72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A861C2FB-4F04-E129-0343-BDAD5CA0D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54089" y="10645563"/>
            <a:ext cx="5981992" cy="917627"/>
          </a:xfrm>
          <a:prstGeom prst="roundRect">
            <a:avLst>
              <a:gd name="adj" fmla="val 25276"/>
            </a:avLst>
          </a:prstGeom>
          <a:solidFill>
            <a:srgbClr val="091F2C"/>
          </a:solidFill>
          <a:ln w="63897" cap="flat">
            <a:gradFill flip="none" rotWithShape="1">
              <a:gsLst>
                <a:gs pos="0">
                  <a:srgbClr val="D59ED7"/>
                </a:gs>
                <a:gs pos="100000">
                  <a:srgbClr val="8DC8E8"/>
                </a:gs>
              </a:gsLst>
              <a:lin ang="2700000" scaled="1"/>
            </a:gradFill>
            <a:prstDash val="solid"/>
            <a:miter/>
          </a:ln>
          <a:effectLst>
            <a:outerShdw blurRad="63500" dist="63499" sx="90172" sy="90172" algn="tl" rotWithShape="0">
              <a:srgbClr val="454142">
                <a:alpha val="0"/>
              </a:srgbClr>
            </a:outerShdw>
          </a:effectLst>
        </p:spPr>
        <p:txBody>
          <a:bodyPr rot="0" spcFirstLastPara="0" vertOverflow="overflow" horzOverflow="overflow" vert="horz" wrap="square" lIns="91726" tIns="12230" rIns="91726" bIns="3669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1518"/>
            <a:r>
              <a:rPr lang="en-US" sz="4800" b="1">
                <a:solidFill>
                  <a:srgbClr val="FFFFFF"/>
                </a:solidFill>
                <a:latin typeface="-apple-system"/>
              </a:rPr>
              <a:t xml:space="preserve"> </a:t>
            </a:r>
            <a:r>
              <a:rPr lang="en-US" sz="3200" b="1">
                <a:solidFill>
                  <a:srgbClr val="FFFFFF"/>
                </a:solidFill>
                <a:latin typeface="-apple-system"/>
              </a:rPr>
              <a:t>a</a:t>
            </a:r>
            <a:r>
              <a:rPr lang="en-AU" sz="3200" b="1">
                <a:solidFill>
                  <a:srgbClr val="FFFFFF"/>
                </a:solidFill>
                <a:latin typeface="-apple-system"/>
              </a:rPr>
              <a:t>ka.ms/copilot-prompt-library</a:t>
            </a: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EAC60507-1695-742C-F6F4-E9E42B005B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63263" y="3367724"/>
            <a:ext cx="4421358" cy="605698"/>
          </a:xfrm>
          <a:prstGeom prst="roundRect">
            <a:avLst>
              <a:gd name="adj" fmla="val 36259"/>
            </a:avLst>
          </a:prstGeom>
          <a:noFill/>
          <a:ln w="63897" cap="flat">
            <a:gradFill flip="none" rotWithShape="1">
              <a:gsLst>
                <a:gs pos="0">
                  <a:srgbClr val="D59ED7"/>
                </a:gs>
                <a:gs pos="100000">
                  <a:srgbClr val="8DC8E8"/>
                </a:gs>
              </a:gsLst>
              <a:lin ang="2700000" scaled="1"/>
            </a:gradFill>
            <a:prstDash val="solid"/>
            <a:miter/>
          </a:ln>
          <a:effectLst>
            <a:outerShdw blurRad="63500" dist="63499" sx="90172" sy="90172" algn="tl" rotWithShape="0">
              <a:srgbClr val="454142">
                <a:alpha val="0"/>
              </a:srgbClr>
            </a:outerShdw>
          </a:effectLst>
        </p:spPr>
        <p:txBody>
          <a:bodyPr rot="0" spcFirstLastPara="0" vertOverflow="overflow" horzOverflow="overflow" vert="horz" wrap="square" lIns="91726" tIns="12230" rIns="91726" bIns="3669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83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68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503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337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171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005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840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674" algn="l" defTabSz="456834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1518"/>
            <a:r>
              <a:rPr lang="en-AU" sz="2800" b="1">
                <a:solidFill>
                  <a:srgbClr val="FFFFFF"/>
                </a:solidFill>
                <a:latin typeface="-apple-system"/>
              </a:rPr>
              <a:t>The PROMPT…</a:t>
            </a:r>
            <a:endParaRPr lang="en-AU" sz="2800" spc="-48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2557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4_Microsoft Build Center Screen Template Dark">
  <a:themeElements>
    <a:clrScheme name="Custom 173">
      <a:dk1>
        <a:srgbClr val="091F2C"/>
      </a:dk1>
      <a:lt1>
        <a:srgbClr val="FFFFFF"/>
      </a:lt1>
      <a:dk2>
        <a:srgbClr val="463668"/>
      </a:dk2>
      <a:lt2>
        <a:srgbClr val="E8E6DF"/>
      </a:lt2>
      <a:accent1>
        <a:srgbClr val="C5B4E3"/>
      </a:accent1>
      <a:accent2>
        <a:srgbClr val="8DE971"/>
      </a:accent2>
      <a:accent3>
        <a:srgbClr val="0078D4"/>
      </a:accent3>
      <a:accent4>
        <a:srgbClr val="D7D2CB"/>
      </a:accent4>
      <a:accent5>
        <a:srgbClr val="C03BC4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4_CENTER SCREEN Event-template_v02.potx" id="{55D07950-C8CC-4D03-BD33-87B9F1EDA1A9}" vid="{F66F1AD6-A940-4A14-B334-5B5BB99527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89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-apple-system</vt:lpstr>
      <vt:lpstr>Aptos</vt:lpstr>
      <vt:lpstr>Arial</vt:lpstr>
      <vt:lpstr>Code Pro</vt:lpstr>
      <vt:lpstr>Cooper Black</vt:lpstr>
      <vt:lpstr>Montserrat</vt:lpstr>
      <vt:lpstr>Segoe Sans Display Semibold</vt:lpstr>
      <vt:lpstr>Segoe UI</vt:lpstr>
      <vt:lpstr>Segoe UI Semibold</vt:lpstr>
      <vt:lpstr>Wingdings</vt:lpstr>
      <vt:lpstr>4_Microsoft Build Center Screen Template Dark</vt:lpstr>
      <vt:lpstr> System Prompt of the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Library Kudos V2</dc:title>
  <dc:creator>Barnam Bora</dc:creator>
  <cp:lastModifiedBy>Rabia Williams</cp:lastModifiedBy>
  <cp:revision>3</cp:revision>
  <dcterms:created xsi:type="dcterms:W3CDTF">2025-02-11T01:25:11Z</dcterms:created>
  <dcterms:modified xsi:type="dcterms:W3CDTF">2026-05-06T23:32:13Z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2026-05-06T23:32:13Z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b73da170-d79e-448c-843b-930e423f74d1</vt:lpwstr>
  </property>
  <property fmtid="{D5CDD505-2E9C-101B-9397-08002B2CF9AE}" pid="7" name="MSIP_Label_defa4170-0d19-0005-0004-bc88714345d2_ActionId">
    <vt:lpwstr>a818ea2a-7ad0-41ea-b51d-c6b15cd094f6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